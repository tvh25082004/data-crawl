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322" r:id="rId5"/>
    <p:sldId id="321" r:id="rId6"/>
    <p:sldId id="319" r:id="rId7"/>
    <p:sldId id="317" r:id="rId8"/>
    <p:sldId id="324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288" r:id="rId21"/>
    <p:sldId id="294" r:id="rId22"/>
    <p:sldId id="289" r:id="rId23"/>
    <p:sldId id="263" r:id="rId24"/>
    <p:sldId id="280" r:id="rId25"/>
    <p:sldId id="290" r:id="rId26"/>
    <p:sldId id="291" r:id="rId27"/>
    <p:sldId id="29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C60C0-1042-4414-940D-D4C6025E210E}" v="2241" dt="2024-08-27T10:32:21.623"/>
    <p1510:client id="{1FF984BF-09C0-4DDD-B092-F64A5FD676B1}" v="2" dt="2024-08-26T17:36:33.094"/>
    <p1510:client id="{84013DD1-19E5-735F-B67B-B7E180C72B33}" v="449" dt="2024-08-27T03:02:31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ưởng Việt Quân (VF-VPTXVF5-34-CTXVFe34)" userId="S::quantv10@vingroup.net::c95d1d9d-0d7c-49ab-9397-92214536c6a6" providerId="AD" clId="Web-{84013DD1-19E5-735F-B67B-B7E180C72B33}"/>
    <pc:docChg chg="modSld">
      <pc:chgData name="Tưởng Việt Quân (VF-VPTXVF5-34-CTXVFe34)" userId="S::quantv10@vingroup.net::c95d1d9d-0d7c-49ab-9397-92214536c6a6" providerId="AD" clId="Web-{84013DD1-19E5-735F-B67B-B7E180C72B33}" dt="2024-08-27T03:01:26.687" v="388"/>
      <pc:docMkLst>
        <pc:docMk/>
      </pc:docMkLst>
      <pc:sldChg chg="addSp modSp">
        <pc:chgData name="Tưởng Việt Quân (VF-VPTXVF5-34-CTXVFe34)" userId="S::quantv10@vingroup.net::c95d1d9d-0d7c-49ab-9397-92214536c6a6" providerId="AD" clId="Web-{84013DD1-19E5-735F-B67B-B7E180C72B33}" dt="2024-08-27T02:57:54.273" v="154"/>
        <pc:sldMkLst>
          <pc:docMk/>
          <pc:sldMk cId="503841131" sldId="263"/>
        </pc:sldMkLst>
        <pc:graphicFrameChg chg="mod modGraphic">
          <ac:chgData name="Tưởng Việt Quân (VF-VPTXVF5-34-CTXVFe34)" userId="S::quantv10@vingroup.net::c95d1d9d-0d7c-49ab-9397-92214536c6a6" providerId="AD" clId="Web-{84013DD1-19E5-735F-B67B-B7E180C72B33}" dt="2024-08-27T02:57:54.273" v="154"/>
          <ac:graphicFrameMkLst>
            <pc:docMk/>
            <pc:sldMk cId="503841131" sldId="263"/>
            <ac:graphicFrameMk id="4" creationId="{AF246753-0AFD-CF49-B134-DB31F12B8DD6}"/>
          </ac:graphicFrameMkLst>
        </pc:graphicFrameChg>
        <pc:picChg chg="add mod">
          <ac:chgData name="Tưởng Việt Quân (VF-VPTXVF5-34-CTXVFe34)" userId="S::quantv10@vingroup.net::c95d1d9d-0d7c-49ab-9397-92214536c6a6" providerId="AD" clId="Web-{84013DD1-19E5-735F-B67B-B7E180C72B33}" dt="2024-08-27T02:57:41.179" v="126" actId="1076"/>
          <ac:picMkLst>
            <pc:docMk/>
            <pc:sldMk cId="503841131" sldId="263"/>
            <ac:picMk id="10" creationId="{386890D4-35D1-81EC-2D72-450224571BAE}"/>
          </ac:picMkLst>
        </pc:picChg>
        <pc:picChg chg="add mod">
          <ac:chgData name="Tưởng Việt Quân (VF-VPTXVF5-34-CTXVFe34)" userId="S::quantv10@vingroup.net::c95d1d9d-0d7c-49ab-9397-92214536c6a6" providerId="AD" clId="Web-{84013DD1-19E5-735F-B67B-B7E180C72B33}" dt="2024-08-27T02:57:39.632" v="125" actId="1076"/>
          <ac:picMkLst>
            <pc:docMk/>
            <pc:sldMk cId="503841131" sldId="263"/>
            <ac:picMk id="14" creationId="{2EF1CC6A-AE48-51A1-B60C-24DC10E5CD2A}"/>
          </ac:picMkLst>
        </pc:picChg>
      </pc:sldChg>
      <pc:sldChg chg="modSp">
        <pc:chgData name="Tưởng Việt Quân (VF-VPTXVF5-34-CTXVFe34)" userId="S::quantv10@vingroup.net::c95d1d9d-0d7c-49ab-9397-92214536c6a6" providerId="AD" clId="Web-{84013DD1-19E5-735F-B67B-B7E180C72B33}" dt="2024-08-27T03:01:26.687" v="388"/>
        <pc:sldMkLst>
          <pc:docMk/>
          <pc:sldMk cId="1644669205" sldId="289"/>
        </pc:sldMkLst>
        <pc:graphicFrameChg chg="mod modGraphic">
          <ac:chgData name="Tưởng Việt Quân (VF-VPTXVF5-34-CTXVFe34)" userId="S::quantv10@vingroup.net::c95d1d9d-0d7c-49ab-9397-92214536c6a6" providerId="AD" clId="Web-{84013DD1-19E5-735F-B67B-B7E180C72B33}" dt="2024-08-27T03:01:26.687" v="388"/>
          <ac:graphicFrameMkLst>
            <pc:docMk/>
            <pc:sldMk cId="1644669205" sldId="289"/>
            <ac:graphicFrameMk id="4" creationId="{AF246753-0AFD-CF49-B134-DB31F12B8DD6}"/>
          </ac:graphicFrameMkLst>
        </pc:graphicFrameChg>
      </pc:sldChg>
      <pc:sldChg chg="modSp">
        <pc:chgData name="Tưởng Việt Quân (VF-VPTXVF5-34-CTXVFe34)" userId="S::quantv10@vingroup.net::c95d1d9d-0d7c-49ab-9397-92214536c6a6" providerId="AD" clId="Web-{84013DD1-19E5-735F-B67B-B7E180C72B33}" dt="2024-08-27T01:42:42.188" v="53"/>
        <pc:sldMkLst>
          <pc:docMk/>
          <pc:sldMk cId="4103534744" sldId="324"/>
        </pc:sldMkLst>
        <pc:graphicFrameChg chg="mod modGraphic">
          <ac:chgData name="Tưởng Việt Quân (VF-VPTXVF5-34-CTXVFe34)" userId="S::quantv10@vingroup.net::c95d1d9d-0d7c-49ab-9397-92214536c6a6" providerId="AD" clId="Web-{84013DD1-19E5-735F-B67B-B7E180C72B33}" dt="2024-08-27T01:42:42.188" v="53"/>
          <ac:graphicFrameMkLst>
            <pc:docMk/>
            <pc:sldMk cId="4103534744" sldId="324"/>
            <ac:graphicFrameMk id="2" creationId="{46CE5430-8B98-D0D8-33AA-9214DDBF725A}"/>
          </ac:graphicFrameMkLst>
        </pc:graphicFrameChg>
      </pc:sldChg>
      <pc:sldChg chg="modSp">
        <pc:chgData name="Tưởng Việt Quân (VF-VPTXVF5-34-CTXVFe34)" userId="S::quantv10@vingroup.net::c95d1d9d-0d7c-49ab-9397-92214536c6a6" providerId="AD" clId="Web-{84013DD1-19E5-735F-B67B-B7E180C72B33}" dt="2024-08-27T01:43:02.142" v="61"/>
        <pc:sldMkLst>
          <pc:docMk/>
          <pc:sldMk cId="2548172633" sldId="327"/>
        </pc:sldMkLst>
        <pc:graphicFrameChg chg="mod modGraphic">
          <ac:chgData name="Tưởng Việt Quân (VF-VPTXVF5-34-CTXVFe34)" userId="S::quantv10@vingroup.net::c95d1d9d-0d7c-49ab-9397-92214536c6a6" providerId="AD" clId="Web-{84013DD1-19E5-735F-B67B-B7E180C72B33}" dt="2024-08-27T01:43:02.142" v="61"/>
          <ac:graphicFrameMkLst>
            <pc:docMk/>
            <pc:sldMk cId="2548172633" sldId="327"/>
            <ac:graphicFrameMk id="2" creationId="{46CE5430-8B98-D0D8-33AA-9214DDBF725A}"/>
          </ac:graphicFrameMkLst>
        </pc:graphicFrameChg>
      </pc:sldChg>
    </pc:docChg>
  </pc:docChgLst>
  <pc:docChgLst>
    <pc:chgData name="Tưởng Việt Quân (VF-VPTXVF5-34-CTXVFe34)" userId="S::quantv10@vingroup.net::c95d1d9d-0d7c-49ab-9397-92214536c6a6" providerId="AD" clId="Web-{6E37CB2C-2C5E-18DF-48C6-B03DA279A648}"/>
    <pc:docChg chg="delSld modSld">
      <pc:chgData name="Tưởng Việt Quân (VF-VPTXVF5-34-CTXVFe34)" userId="S::quantv10@vingroup.net::c95d1d9d-0d7c-49ab-9397-92214536c6a6" providerId="AD" clId="Web-{6E37CB2C-2C5E-18DF-48C6-B03DA279A648}" dt="2024-08-24T09:51:24.208" v="9"/>
      <pc:docMkLst>
        <pc:docMk/>
      </pc:docMkLst>
      <pc:sldChg chg="addSp delSp modSp">
        <pc:chgData name="Tưởng Việt Quân (VF-VPTXVF5-34-CTXVFe34)" userId="S::quantv10@vingroup.net::c95d1d9d-0d7c-49ab-9397-92214536c6a6" providerId="AD" clId="Web-{6E37CB2C-2C5E-18DF-48C6-B03DA279A648}" dt="2024-08-24T09:51:16.911" v="8" actId="1076"/>
        <pc:sldMkLst>
          <pc:docMk/>
          <pc:sldMk cId="4190959572" sldId="319"/>
        </pc:sldMkLst>
        <pc:picChg chg="add mod">
          <ac:chgData name="Tưởng Việt Quân (VF-VPTXVF5-34-CTXVFe34)" userId="S::quantv10@vingroup.net::c95d1d9d-0d7c-49ab-9397-92214536c6a6" providerId="AD" clId="Web-{6E37CB2C-2C5E-18DF-48C6-B03DA279A648}" dt="2024-08-24T09:50:22.362" v="3" actId="1076"/>
          <ac:picMkLst>
            <pc:docMk/>
            <pc:sldMk cId="4190959572" sldId="319"/>
            <ac:picMk id="2" creationId="{BDF007C8-D6C8-4100-4D11-A1CF31BD4C0B}"/>
          </ac:picMkLst>
        </pc:picChg>
        <pc:picChg chg="add mod">
          <ac:chgData name="Tưởng Việt Quân (VF-VPTXVF5-34-CTXVFe34)" userId="S::quantv10@vingroup.net::c95d1d9d-0d7c-49ab-9397-92214536c6a6" providerId="AD" clId="Web-{6E37CB2C-2C5E-18DF-48C6-B03DA279A648}" dt="2024-08-24T09:51:16.911" v="8" actId="1076"/>
          <ac:picMkLst>
            <pc:docMk/>
            <pc:sldMk cId="4190959572" sldId="319"/>
            <ac:picMk id="4" creationId="{E04940C1-3C8B-AD96-C9A1-C2527D331B00}"/>
          </ac:picMkLst>
        </pc:picChg>
        <pc:picChg chg="del">
          <ac:chgData name="Tưởng Việt Quân (VF-VPTXVF5-34-CTXVFe34)" userId="S::quantv10@vingroup.net::c95d1d9d-0d7c-49ab-9397-92214536c6a6" providerId="AD" clId="Web-{6E37CB2C-2C5E-18DF-48C6-B03DA279A648}" dt="2024-08-24T09:50:10.971" v="0"/>
          <ac:picMkLst>
            <pc:docMk/>
            <pc:sldMk cId="4190959572" sldId="319"/>
            <ac:picMk id="12" creationId="{4304F15F-056B-C1BD-8413-D672F6562F30}"/>
          </ac:picMkLst>
        </pc:picChg>
      </pc:sldChg>
      <pc:sldChg chg="del">
        <pc:chgData name="Tưởng Việt Quân (VF-VPTXVF5-34-CTXVFe34)" userId="S::quantv10@vingroup.net::c95d1d9d-0d7c-49ab-9397-92214536c6a6" providerId="AD" clId="Web-{6E37CB2C-2C5E-18DF-48C6-B03DA279A648}" dt="2024-08-24T09:51:24.208" v="9"/>
        <pc:sldMkLst>
          <pc:docMk/>
          <pc:sldMk cId="3506459718" sldId="343"/>
        </pc:sldMkLst>
      </pc:sldChg>
    </pc:docChg>
  </pc:docChgLst>
  <pc:docChgLst>
    <pc:chgData name="Tưởng Việt Quân (VF-VPTXVF5-34-CTXVFe34)" userId="c95d1d9d-0d7c-49ab-9397-92214536c6a6" providerId="ADAL" clId="{2B60647F-094B-4651-A2BD-13DD3D5E3720}"/>
    <pc:docChg chg="undo custSel addSld delSld modSld sldOrd addSection delSection modSection">
      <pc:chgData name="Tưởng Việt Quân (VF-VPTXVF5-34-CTXVFe34)" userId="c95d1d9d-0d7c-49ab-9397-92214536c6a6" providerId="ADAL" clId="{2B60647F-094B-4651-A2BD-13DD3D5E3720}" dt="2024-08-26T08:31:36.716" v="5288" actId="20577"/>
      <pc:docMkLst>
        <pc:docMk/>
      </pc:docMkLst>
      <pc:sldChg chg="addSp delSp modSp mod setBg">
        <pc:chgData name="Tưởng Việt Quân (VF-VPTXVF5-34-CTXVFe34)" userId="c95d1d9d-0d7c-49ab-9397-92214536c6a6" providerId="ADAL" clId="{2B60647F-094B-4651-A2BD-13DD3D5E3720}" dt="2024-08-24T16:32:47.261" v="2503"/>
        <pc:sldMkLst>
          <pc:docMk/>
          <pc:sldMk cId="503841131" sldId="263"/>
        </pc:sldMkLst>
        <pc:spChg chg="del">
          <ac:chgData name="Tưởng Việt Quân (VF-VPTXVF5-34-CTXVFe34)" userId="c95d1d9d-0d7c-49ab-9397-92214536c6a6" providerId="ADAL" clId="{2B60647F-094B-4651-A2BD-13DD3D5E3720}" dt="2024-08-23T14:15:01.774" v="1776" actId="478"/>
          <ac:spMkLst>
            <pc:docMk/>
            <pc:sldMk cId="503841131" sldId="263"/>
            <ac:spMk id="2" creationId="{8CC8330F-23DC-47FE-C7B8-2B99D71704A3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14:15:02.122" v="1777"/>
          <ac:spMkLst>
            <pc:docMk/>
            <pc:sldMk cId="503841131" sldId="263"/>
            <ac:spMk id="6" creationId="{A503BAC0-5125-8EF2-C3A5-2794DAD67F1E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30:08.920" v="2438" actId="478"/>
          <ac:spMkLst>
            <pc:docMk/>
            <pc:sldMk cId="503841131" sldId="263"/>
            <ac:spMk id="10" creationId="{B7D8D0DE-9156-F989-84BA-794A7E8E4A07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46.918" v="2476"/>
          <ac:spMkLst>
            <pc:docMk/>
            <pc:sldMk cId="503841131" sldId="263"/>
            <ac:spMk id="13" creationId="{14FA6BE8-9EF4-0EFC-BD16-A0CFD9290356}"/>
          </ac:spMkLst>
        </pc:spChg>
        <pc:grpChg chg="add mod">
          <ac:chgData name="Tưởng Việt Quân (VF-VPTXVF5-34-CTXVFe34)" userId="c95d1d9d-0d7c-49ab-9397-92214536c6a6" providerId="ADAL" clId="{2B60647F-094B-4651-A2BD-13DD3D5E3720}" dt="2024-08-24T16:19:04.359" v="2233" actId="1076"/>
          <ac:grpSpMkLst>
            <pc:docMk/>
            <pc:sldMk cId="503841131" sldId="263"/>
            <ac:grpSpMk id="2" creationId="{CB525743-389D-C740-C0E6-8A467E4FB5AB}"/>
          </ac:grpSpMkLst>
        </pc:grpChg>
        <pc:graphicFrameChg chg="mod modGraphic">
          <ac:chgData name="Tưởng Việt Quân (VF-VPTXVF5-34-CTXVFe34)" userId="c95d1d9d-0d7c-49ab-9397-92214536c6a6" providerId="ADAL" clId="{2B60647F-094B-4651-A2BD-13DD3D5E3720}" dt="2024-08-24T16:19:27.488" v="2238" actId="14734"/>
          <ac:graphicFrameMkLst>
            <pc:docMk/>
            <pc:sldMk cId="503841131" sldId="263"/>
            <ac:graphicFrameMk id="4" creationId="{AF246753-0AFD-CF49-B134-DB31F12B8DD6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3T03:31:22.368" v="494" actId="1076"/>
          <ac:picMkLst>
            <pc:docMk/>
            <pc:sldMk cId="503841131" sldId="263"/>
            <ac:picMk id="3" creationId="{EB09EAF3-A5F9-2083-CE00-83B3144B8863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19:04.359" v="2233" actId="1076"/>
          <ac:picMkLst>
            <pc:docMk/>
            <pc:sldMk cId="503841131" sldId="263"/>
            <ac:picMk id="7" creationId="{DE6904C5-03EF-138D-3D18-9A2861FDB5B0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18:57.111" v="2229" actId="1076"/>
          <ac:picMkLst>
            <pc:docMk/>
            <pc:sldMk cId="503841131" sldId="263"/>
            <ac:picMk id="40" creationId="{8F32011E-17DE-BC66-7EB6-C2E2E7992468}"/>
          </ac:picMkLst>
        </pc:picChg>
        <pc:picChg chg="del mod">
          <ac:chgData name="Tưởng Việt Quân (VF-VPTXVF5-34-CTXVFe34)" userId="c95d1d9d-0d7c-49ab-9397-92214536c6a6" providerId="ADAL" clId="{2B60647F-094B-4651-A2BD-13DD3D5E3720}" dt="2024-08-23T03:31:47.048" v="500" actId="478"/>
          <ac:picMkLst>
            <pc:docMk/>
            <pc:sldMk cId="503841131" sldId="263"/>
            <ac:picMk id="2050" creationId="{B60F0651-5B81-7AB0-811A-1AEC0500C6AD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19:23.905" v="2237" actId="1076"/>
          <ac:picMkLst>
            <pc:docMk/>
            <pc:sldMk cId="503841131" sldId="263"/>
            <ac:picMk id="2052" creationId="{032BC4D4-DA45-DF7A-9712-1AE33B62859D}"/>
          </ac:picMkLst>
        </pc:picChg>
        <pc:cxnChg chg="add mod">
          <ac:chgData name="Tưởng Việt Quân (VF-VPTXVF5-34-CTXVFe34)" userId="c95d1d9d-0d7c-49ab-9397-92214536c6a6" providerId="ADAL" clId="{2B60647F-094B-4651-A2BD-13DD3D5E3720}" dt="2024-08-23T03:31:32.321" v="498" actId="1076"/>
          <ac:cxnSpMkLst>
            <pc:docMk/>
            <pc:sldMk cId="503841131" sldId="263"/>
            <ac:cxnSpMk id="5" creationId="{28CFE171-E026-2C81-93D0-1AFC2CB06565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19:04.359" v="2233" actId="1076"/>
          <ac:cxnSpMkLst>
            <pc:docMk/>
            <pc:sldMk cId="503841131" sldId="263"/>
            <ac:cxnSpMk id="8" creationId="{1396F21A-1911-B063-366B-EF1C71EA607C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05:25:45.614" v="1969" actId="14100"/>
          <ac:cxnSpMkLst>
            <pc:docMk/>
            <pc:sldMk cId="503841131" sldId="263"/>
            <ac:cxnSpMk id="9" creationId="{01DA9B91-1271-BAEB-98CB-9330E995D6B7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19:04.359" v="2233" actId="1076"/>
          <ac:cxnSpMkLst>
            <pc:docMk/>
            <pc:sldMk cId="503841131" sldId="263"/>
            <ac:cxnSpMk id="11" creationId="{18E77E13-FC84-D9E8-22CD-FBE1A195E9BB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19:23.905" v="2237" actId="1076"/>
          <ac:cxnSpMkLst>
            <pc:docMk/>
            <pc:sldMk cId="503841131" sldId="263"/>
            <ac:cxnSpMk id="12" creationId="{8C333383-221B-9377-D3F2-3A49FF12B16B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4T05:25:38.376" v="1966" actId="478"/>
          <ac:cxnSpMkLst>
            <pc:docMk/>
            <pc:sldMk cId="503841131" sldId="263"/>
            <ac:cxnSpMk id="35" creationId="{8E59FAB3-830C-8629-0FBB-2E32D0A973FA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4T05:25:47.964" v="1970" actId="478"/>
          <ac:cxnSpMkLst>
            <pc:docMk/>
            <pc:sldMk cId="503841131" sldId="263"/>
            <ac:cxnSpMk id="41" creationId="{5E121B57-281F-0657-B131-1DE110430813}"/>
          </ac:cxnSpMkLst>
        </pc:cxnChg>
      </pc:sldChg>
      <pc:sldChg chg="addSp delSp modSp mod setBg">
        <pc:chgData name="Tưởng Việt Quân (VF-VPTXVF5-34-CTXVFe34)" userId="c95d1d9d-0d7c-49ab-9397-92214536c6a6" providerId="ADAL" clId="{2B60647F-094B-4651-A2BD-13DD3D5E3720}" dt="2024-08-24T16:33:12.197" v="2516" actId="1076"/>
        <pc:sldMkLst>
          <pc:docMk/>
          <pc:sldMk cId="782014981" sldId="280"/>
        </pc:sldMkLst>
        <pc:spChg chg="del">
          <ac:chgData name="Tưởng Việt Quân (VF-VPTXVF5-34-CTXVFe34)" userId="c95d1d9d-0d7c-49ab-9397-92214536c6a6" providerId="ADAL" clId="{2B60647F-094B-4651-A2BD-13DD3D5E3720}" dt="2024-08-23T14:15:05.785" v="1778" actId="478"/>
          <ac:spMkLst>
            <pc:docMk/>
            <pc:sldMk cId="782014981" sldId="280"/>
            <ac:spMk id="2" creationId="{8CC8330F-23DC-47FE-C7B8-2B99D71704A3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30:18.647" v="2440" actId="478"/>
          <ac:spMkLst>
            <pc:docMk/>
            <pc:sldMk cId="782014981" sldId="280"/>
            <ac:spMk id="2" creationId="{BC89F7C0-0C69-D684-A180-5AE57E713C9B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14:15:06.084" v="1779"/>
          <ac:spMkLst>
            <pc:docMk/>
            <pc:sldMk cId="782014981" sldId="280"/>
            <ac:spMk id="5" creationId="{52607D12-BFEA-66BD-3C3C-201AAEA31F9B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52.918" v="2478"/>
          <ac:spMkLst>
            <pc:docMk/>
            <pc:sldMk cId="782014981" sldId="280"/>
            <ac:spMk id="15" creationId="{7B2A694C-6FFB-18C6-12D0-2F055B42FEB7}"/>
          </ac:spMkLst>
        </pc:spChg>
        <pc:grpChg chg="add mod">
          <ac:chgData name="Tưởng Việt Quân (VF-VPTXVF5-34-CTXVFe34)" userId="c95d1d9d-0d7c-49ab-9397-92214536c6a6" providerId="ADAL" clId="{2B60647F-094B-4651-A2BD-13DD3D5E3720}" dt="2024-08-24T16:33:12.197" v="2516" actId="1076"/>
          <ac:grpSpMkLst>
            <pc:docMk/>
            <pc:sldMk cId="782014981" sldId="280"/>
            <ac:grpSpMk id="6" creationId="{A21B3052-10AC-EB9F-0C9D-2C92FB8E45C6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12.197" v="2516" actId="1076"/>
          <ac:grpSpMkLst>
            <pc:docMk/>
            <pc:sldMk cId="782014981" sldId="280"/>
            <ac:grpSpMk id="10" creationId="{6C1C650A-F543-AB9E-1EB7-BFD3EC514A2D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12.197" v="2516" actId="1076"/>
          <ac:grpSpMkLst>
            <pc:docMk/>
            <pc:sldMk cId="782014981" sldId="280"/>
            <ac:grpSpMk id="12" creationId="{60E04EC9-F3AE-C0EC-DF7D-D99274AF8DE2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12.197" v="2516" actId="1076"/>
          <ac:grpSpMkLst>
            <pc:docMk/>
            <pc:sldMk cId="782014981" sldId="280"/>
            <ac:grpSpMk id="14" creationId="{3EA0B376-3CEF-29E3-BA01-F23B46D6CFA4}"/>
          </ac:grpSpMkLst>
        </pc:grpChg>
        <pc:graphicFrameChg chg="mod modGraphic">
          <ac:chgData name="Tưởng Việt Quân (VF-VPTXVF5-34-CTXVFe34)" userId="c95d1d9d-0d7c-49ab-9397-92214536c6a6" providerId="ADAL" clId="{2B60647F-094B-4651-A2BD-13DD3D5E3720}" dt="2024-08-24T16:33:12.197" v="2516" actId="1076"/>
          <ac:graphicFrameMkLst>
            <pc:docMk/>
            <pc:sldMk cId="782014981" sldId="280"/>
            <ac:graphicFrameMk id="4" creationId="{AF246753-0AFD-CF49-B134-DB31F12B8DD6}"/>
          </ac:graphicFrameMkLst>
        </pc:graphicFrameChg>
        <pc:picChg chg="mod">
          <ac:chgData name="Tưởng Việt Quân (VF-VPTXVF5-34-CTXVFe34)" userId="c95d1d9d-0d7c-49ab-9397-92214536c6a6" providerId="ADAL" clId="{2B60647F-094B-4651-A2BD-13DD3D5E3720}" dt="2024-08-24T16:33:12.197" v="2516" actId="1076"/>
          <ac:picMkLst>
            <pc:docMk/>
            <pc:sldMk cId="782014981" sldId="280"/>
            <ac:picMk id="7" creationId="{BC390A6C-BB8E-AA38-008C-4DFD1E848701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33:12.197" v="2516" actId="1076"/>
          <ac:picMkLst>
            <pc:docMk/>
            <pc:sldMk cId="782014981" sldId="280"/>
            <ac:picMk id="11" creationId="{7B511731-B69D-5D85-0D2E-092D7285BBCF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33:12.197" v="2516" actId="1076"/>
          <ac:picMkLst>
            <pc:docMk/>
            <pc:sldMk cId="782014981" sldId="280"/>
            <ac:picMk id="4098" creationId="{A85D862F-6EDD-AFB6-EC57-2F682D85A507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33:12.197" v="2516" actId="1076"/>
          <ac:picMkLst>
            <pc:docMk/>
            <pc:sldMk cId="782014981" sldId="280"/>
            <ac:picMk id="4100" creationId="{789094C3-6FAC-F5DD-5F17-04B78D0FCABC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16:33:12.197" v="2516" actId="1076"/>
          <ac:picMkLst>
            <pc:docMk/>
            <pc:sldMk cId="782014981" sldId="280"/>
            <ac:picMk id="5122" creationId="{B2DF9C70-6387-8BA4-FC00-B49163FC15B5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12.197" v="2516" actId="1076"/>
          <ac:picMkLst>
            <pc:docMk/>
            <pc:sldMk cId="782014981" sldId="280"/>
            <ac:picMk id="5124" creationId="{0940DB74-D31D-A40C-F161-CE69E130C7BD}"/>
          </ac:picMkLst>
        </pc:picChg>
        <pc:cxnChg chg="add mod">
          <ac:chgData name="Tưởng Việt Quân (VF-VPTXVF5-34-CTXVFe34)" userId="c95d1d9d-0d7c-49ab-9397-92214536c6a6" providerId="ADAL" clId="{2B60647F-094B-4651-A2BD-13DD3D5E3720}" dt="2024-08-24T16:33:12.197" v="2516" actId="1076"/>
          <ac:cxnSpMkLst>
            <pc:docMk/>
            <pc:sldMk cId="782014981" sldId="280"/>
            <ac:cxnSpMk id="3" creationId="{520E1DE1-30A9-BD3C-266E-1FD7988CC9AE}"/>
          </ac:cxnSpMkLst>
        </pc:cxnChg>
        <pc:cxnChg chg="mod">
          <ac:chgData name="Tưởng Việt Quân (VF-VPTXVF5-34-CTXVFe34)" userId="c95d1d9d-0d7c-49ab-9397-92214536c6a6" providerId="ADAL" clId="{2B60647F-094B-4651-A2BD-13DD3D5E3720}" dt="2024-08-24T16:33:12.197" v="2516" actId="1076"/>
          <ac:cxnSpMkLst>
            <pc:docMk/>
            <pc:sldMk cId="782014981" sldId="280"/>
            <ac:cxnSpMk id="8" creationId="{6B7F008B-4A83-91B2-7612-9C2A84DB1811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12.197" v="2516" actId="1076"/>
          <ac:cxnSpMkLst>
            <pc:docMk/>
            <pc:sldMk cId="782014981" sldId="280"/>
            <ac:cxnSpMk id="9" creationId="{ADE9CEEE-62F1-A6D5-C186-4BB898F1493B}"/>
          </ac:cxnSpMkLst>
        </pc:cxnChg>
        <pc:cxnChg chg="mod">
          <ac:chgData name="Tưởng Việt Quân (VF-VPTXVF5-34-CTXVFe34)" userId="c95d1d9d-0d7c-49ab-9397-92214536c6a6" providerId="ADAL" clId="{2B60647F-094B-4651-A2BD-13DD3D5E3720}" dt="2024-08-24T16:33:12.197" v="2516" actId="1076"/>
          <ac:cxnSpMkLst>
            <pc:docMk/>
            <pc:sldMk cId="782014981" sldId="280"/>
            <ac:cxnSpMk id="13" creationId="{942E51EB-CA3C-7B6A-7D8C-D04B51010B27}"/>
          </ac:cxnSpMkLst>
        </pc:cxnChg>
      </pc:sldChg>
      <pc:sldChg chg="addSp delSp modSp mod setBg">
        <pc:chgData name="Tưởng Việt Quân (VF-VPTXVF5-34-CTXVFe34)" userId="c95d1d9d-0d7c-49ab-9397-92214536c6a6" providerId="ADAL" clId="{2B60647F-094B-4651-A2BD-13DD3D5E3720}" dt="2024-08-24T16:32:39.559" v="2497"/>
        <pc:sldMkLst>
          <pc:docMk/>
          <pc:sldMk cId="1329197397" sldId="288"/>
        </pc:sldMkLst>
        <pc:spChg chg="del">
          <ac:chgData name="Tưởng Việt Quân (VF-VPTXVF5-34-CTXVFe34)" userId="c95d1d9d-0d7c-49ab-9397-92214536c6a6" providerId="ADAL" clId="{2B60647F-094B-4651-A2BD-13DD3D5E3720}" dt="2024-08-24T16:29:53.073" v="2436" actId="478"/>
          <ac:spMkLst>
            <pc:docMk/>
            <pc:sldMk cId="1329197397" sldId="288"/>
            <ac:spMk id="2" creationId="{368EEEA5-9685-F6D4-2A01-136B610F2B03}"/>
          </ac:spMkLst>
        </pc:spChg>
        <pc:spChg chg="mod">
          <ac:chgData name="Tưởng Việt Quân (VF-VPTXVF5-34-CTXVFe34)" userId="c95d1d9d-0d7c-49ab-9397-92214536c6a6" providerId="ADAL" clId="{2B60647F-094B-4651-A2BD-13DD3D5E3720}" dt="2024-08-23T11:35:00.185" v="1629" actId="1076"/>
          <ac:spMkLst>
            <pc:docMk/>
            <pc:sldMk cId="1329197397" sldId="288"/>
            <ac:spMk id="3" creationId="{79816FB4-30EC-AA12-DE83-E40EC07A985C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40.105" v="2473"/>
          <ac:spMkLst>
            <pc:docMk/>
            <pc:sldMk cId="1329197397" sldId="288"/>
            <ac:spMk id="5" creationId="{FA3154B4-063C-7AAE-D6E5-B24E915B37CC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42.392" v="2475"/>
          <ac:spMkLst>
            <pc:docMk/>
            <pc:sldMk cId="1329197397" sldId="288"/>
            <ac:spMk id="6" creationId="{E878E48E-BBCB-B032-8806-2AFF669D3221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4T16:23:47.554" v="2310" actId="1076"/>
          <ac:graphicFrameMkLst>
            <pc:docMk/>
            <pc:sldMk cId="1329197397" sldId="288"/>
            <ac:graphicFrameMk id="4" creationId="{3D4C26C5-0F08-89CE-BA12-BCA40D247DCE}"/>
          </ac:graphicFrameMkLst>
        </pc:graphicFrameChg>
      </pc:sldChg>
      <pc:sldChg chg="addSp delSp modSp mod ord setBg">
        <pc:chgData name="Tưởng Việt Quân (VF-VPTXVF5-34-CTXVFe34)" userId="c95d1d9d-0d7c-49ab-9397-92214536c6a6" providerId="ADAL" clId="{2B60647F-094B-4651-A2BD-13DD3D5E3720}" dt="2024-08-24T16:32:43.437" v="2500"/>
        <pc:sldMkLst>
          <pc:docMk/>
          <pc:sldMk cId="1644669205" sldId="289"/>
        </pc:sldMkLst>
        <pc:spChg chg="del mod">
          <ac:chgData name="Tưởng Việt Quân (VF-VPTXVF5-34-CTXVFe34)" userId="c95d1d9d-0d7c-49ab-9397-92214536c6a6" providerId="ADAL" clId="{2B60647F-094B-4651-A2BD-13DD3D5E3720}" dt="2024-08-23T14:14:52.081" v="1775"/>
          <ac:spMkLst>
            <pc:docMk/>
            <pc:sldMk cId="1644669205" sldId="289"/>
            <ac:spMk id="2" creationId="{8CC8330F-23DC-47FE-C7B8-2B99D71704A3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30:05.549" v="2437" actId="478"/>
          <ac:spMkLst>
            <pc:docMk/>
            <pc:sldMk cId="1644669205" sldId="289"/>
            <ac:spMk id="2" creationId="{E404DE20-E6A4-7F5D-B5CA-08CAE804BC0A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50.714" v="2477"/>
          <ac:spMkLst>
            <pc:docMk/>
            <pc:sldMk cId="1644669205" sldId="289"/>
            <ac:spMk id="5" creationId="{241E1067-1F5C-7964-81C4-EC0CCE93CDD8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14:14:48.898" v="1773" actId="1076"/>
          <ac:spMkLst>
            <pc:docMk/>
            <pc:sldMk cId="1644669205" sldId="289"/>
            <ac:spMk id="6" creationId="{C11C18DB-4FC6-534D-5045-6631CDBE4B4E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4T16:18:51.762" v="2228" actId="1076"/>
          <ac:graphicFrameMkLst>
            <pc:docMk/>
            <pc:sldMk cId="1644669205" sldId="289"/>
            <ac:graphicFrameMk id="4" creationId="{AF246753-0AFD-CF49-B134-DB31F12B8DD6}"/>
          </ac:graphicFrameMkLst>
        </pc:graphicFrameChg>
        <pc:picChg chg="mod">
          <ac:chgData name="Tưởng Việt Quân (VF-VPTXVF5-34-CTXVFe34)" userId="c95d1d9d-0d7c-49ab-9397-92214536c6a6" providerId="ADAL" clId="{2B60647F-094B-4651-A2BD-13DD3D5E3720}" dt="2024-08-24T16:18:51.762" v="2228" actId="1076"/>
          <ac:picMkLst>
            <pc:docMk/>
            <pc:sldMk cId="1644669205" sldId="289"/>
            <ac:picMk id="3" creationId="{F39A9534-36E0-F7FB-3ADD-CC7202181457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5:23:35.890" v="1953" actId="478"/>
          <ac:picMkLst>
            <pc:docMk/>
            <pc:sldMk cId="1644669205" sldId="289"/>
            <ac:picMk id="5" creationId="{4E80DCF2-2C3D-FBC3-6098-2392AEF7CB63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5:23:35.890" v="1953" actId="478"/>
          <ac:picMkLst>
            <pc:docMk/>
            <pc:sldMk cId="1644669205" sldId="289"/>
            <ac:picMk id="7" creationId="{03BCBEAE-0E02-7042-80E5-7E757E4D4E48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5:23:35.890" v="1953" actId="478"/>
          <ac:picMkLst>
            <pc:docMk/>
            <pc:sldMk cId="1644669205" sldId="289"/>
            <ac:picMk id="8" creationId="{96E62B54-4492-247E-C7BC-BF7EAC0432BF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5:25:05.453" v="1959" actId="478"/>
          <ac:picMkLst>
            <pc:docMk/>
            <pc:sldMk cId="1644669205" sldId="289"/>
            <ac:picMk id="9" creationId="{DE6212F5-4ED0-14F8-131B-3F541505581F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5:25:05.453" v="1959" actId="478"/>
          <ac:picMkLst>
            <pc:docMk/>
            <pc:sldMk cId="1644669205" sldId="289"/>
            <ac:picMk id="10" creationId="{7129E3DD-7C16-DD4D-F270-4B6AD9046F36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5:25:05.453" v="1959" actId="478"/>
          <ac:picMkLst>
            <pc:docMk/>
            <pc:sldMk cId="1644669205" sldId="289"/>
            <ac:picMk id="11" creationId="{B30B0A94-A280-8A90-682A-60F733E7E905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18:51.762" v="2228" actId="1076"/>
          <ac:picMkLst>
            <pc:docMk/>
            <pc:sldMk cId="1644669205" sldId="289"/>
            <ac:picMk id="13" creationId="{BDE16F77-E425-66F3-3DBB-E3D9E92CA754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18:51.762" v="2228" actId="1076"/>
          <ac:picMkLst>
            <pc:docMk/>
            <pc:sldMk cId="1644669205" sldId="289"/>
            <ac:picMk id="14" creationId="{A2CE64CA-92DD-C02E-7702-DBB8513F4581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18:51.762" v="2228" actId="1076"/>
          <ac:picMkLst>
            <pc:docMk/>
            <pc:sldMk cId="1644669205" sldId="289"/>
            <ac:picMk id="15" creationId="{34A8C9C3-8AB8-C3A5-3552-A73317C4DC41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18:51.762" v="2228" actId="1076"/>
          <ac:picMkLst>
            <pc:docMk/>
            <pc:sldMk cId="1644669205" sldId="289"/>
            <ac:picMk id="1026" creationId="{F2BF7A62-675A-3A4B-FE02-1CC1A6895002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18:51.762" v="2228" actId="1076"/>
          <ac:picMkLst>
            <pc:docMk/>
            <pc:sldMk cId="1644669205" sldId="289"/>
            <ac:picMk id="1028" creationId="{0C8A3FD6-E805-DE53-98D6-A83CAC74D273}"/>
          </ac:picMkLst>
        </pc:picChg>
        <pc:cxnChg chg="add mod">
          <ac:chgData name="Tưởng Việt Quân (VF-VPTXVF5-34-CTXVFe34)" userId="c95d1d9d-0d7c-49ab-9397-92214536c6a6" providerId="ADAL" clId="{2B60647F-094B-4651-A2BD-13DD3D5E3720}" dt="2024-08-24T16:18:51.762" v="2228" actId="1076"/>
          <ac:cxnSpMkLst>
            <pc:docMk/>
            <pc:sldMk cId="1644669205" sldId="289"/>
            <ac:cxnSpMk id="12" creationId="{560D9D7F-914B-060F-F13D-E7456C2C0349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18:51.762" v="2228" actId="1076"/>
          <ac:cxnSpMkLst>
            <pc:docMk/>
            <pc:sldMk cId="1644669205" sldId="289"/>
            <ac:cxnSpMk id="17" creationId="{21DBE81E-9950-D8C2-590E-4EE19DF4B605}"/>
          </ac:cxnSpMkLst>
        </pc:cxnChg>
      </pc:sldChg>
      <pc:sldChg chg="addSp delSp modSp mod setBg">
        <pc:chgData name="Tưởng Việt Quân (VF-VPTXVF5-34-CTXVFe34)" userId="c95d1d9d-0d7c-49ab-9397-92214536c6a6" providerId="ADAL" clId="{2B60647F-094B-4651-A2BD-13DD3D5E3720}" dt="2024-08-24T16:33:54.679" v="2522" actId="1076"/>
        <pc:sldMkLst>
          <pc:docMk/>
          <pc:sldMk cId="3213335079" sldId="290"/>
        </pc:sldMkLst>
        <pc:spChg chg="del">
          <ac:chgData name="Tưởng Việt Quân (VF-VPTXVF5-34-CTXVFe34)" userId="c95d1d9d-0d7c-49ab-9397-92214536c6a6" providerId="ADAL" clId="{2B60647F-094B-4651-A2BD-13DD3D5E3720}" dt="2024-08-23T14:15:10.275" v="1780" actId="478"/>
          <ac:spMkLst>
            <pc:docMk/>
            <pc:sldMk cId="3213335079" sldId="290"/>
            <ac:spMk id="2" creationId="{8CC8330F-23DC-47FE-C7B8-2B99D71704A3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14:15:10.620" v="1781"/>
          <ac:spMkLst>
            <pc:docMk/>
            <pc:sldMk cId="3213335079" sldId="290"/>
            <ac:spMk id="5" creationId="{B6AEE442-A659-E84F-16F9-6156983447CF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30:15.539" v="2439" actId="478"/>
          <ac:spMkLst>
            <pc:docMk/>
            <pc:sldMk cId="3213335079" sldId="290"/>
            <ac:spMk id="16" creationId="{CC10CBEF-1769-CE4C-89B9-2D562F597D48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54.418" v="2479"/>
          <ac:spMkLst>
            <pc:docMk/>
            <pc:sldMk cId="3213335079" sldId="290"/>
            <ac:spMk id="17" creationId="{C00420AC-CA78-9521-539C-4EF03A21F59C}"/>
          </ac:spMkLst>
        </pc:spChg>
        <pc:grpChg chg="add mod">
          <ac:chgData name="Tưởng Việt Quân (VF-VPTXVF5-34-CTXVFe34)" userId="c95d1d9d-0d7c-49ab-9397-92214536c6a6" providerId="ADAL" clId="{2B60647F-094B-4651-A2BD-13DD3D5E3720}" dt="2024-08-24T16:33:54.679" v="2522" actId="1076"/>
          <ac:grpSpMkLst>
            <pc:docMk/>
            <pc:sldMk cId="3213335079" sldId="290"/>
            <ac:grpSpMk id="2" creationId="{2A127866-2EA3-39BE-A18B-468D55B28987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54.679" v="2522" actId="1076"/>
          <ac:grpSpMkLst>
            <pc:docMk/>
            <pc:sldMk cId="3213335079" sldId="290"/>
            <ac:grpSpMk id="8" creationId="{DF7058EB-74DD-3BFD-9E9F-2C034F0D1B1A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54.679" v="2522" actId="1076"/>
          <ac:grpSpMkLst>
            <pc:docMk/>
            <pc:sldMk cId="3213335079" sldId="290"/>
            <ac:grpSpMk id="11" creationId="{91D14165-63F1-304A-8584-F817E8019DC7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54.679" v="2522" actId="1076"/>
          <ac:grpSpMkLst>
            <pc:docMk/>
            <pc:sldMk cId="3213335079" sldId="290"/>
            <ac:grpSpMk id="15" creationId="{5B453B26-0977-5841-547F-424C22A9A664}"/>
          </ac:grpSpMkLst>
        </pc:grpChg>
        <pc:graphicFrameChg chg="mod modGraphic">
          <ac:chgData name="Tưởng Việt Quân (VF-VPTXVF5-34-CTXVFe34)" userId="c95d1d9d-0d7c-49ab-9397-92214536c6a6" providerId="ADAL" clId="{2B60647F-094B-4651-A2BD-13DD3D5E3720}" dt="2024-08-24T16:33:54.679" v="2522" actId="1076"/>
          <ac:graphicFrameMkLst>
            <pc:docMk/>
            <pc:sldMk cId="3213335079" sldId="290"/>
            <ac:graphicFrameMk id="4" creationId="{AF246753-0AFD-CF49-B134-DB31F12B8DD6}"/>
          </ac:graphicFrameMkLst>
        </pc:graphicFrameChg>
        <pc:picChg chg="mod">
          <ac:chgData name="Tưởng Việt Quân (VF-VPTXVF5-34-CTXVFe34)" userId="c95d1d9d-0d7c-49ab-9397-92214536c6a6" providerId="ADAL" clId="{2B60647F-094B-4651-A2BD-13DD3D5E3720}" dt="2024-08-24T16:33:54.679" v="2522" actId="1076"/>
          <ac:picMkLst>
            <pc:docMk/>
            <pc:sldMk cId="3213335079" sldId="290"/>
            <ac:picMk id="6" creationId="{33AFE493-387C-3194-8525-1C6A0C133B33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54.679" v="2522" actId="1076"/>
          <ac:picMkLst>
            <pc:docMk/>
            <pc:sldMk cId="3213335079" sldId="290"/>
            <ac:picMk id="9" creationId="{3399CF4C-6998-7891-3B26-113A9938FC23}"/>
          </ac:picMkLst>
        </pc:picChg>
        <pc:picChg chg="mod">
          <ac:chgData name="Tưởng Việt Quân (VF-VPTXVF5-34-CTXVFe34)" userId="c95d1d9d-0d7c-49ab-9397-92214536c6a6" providerId="ADAL" clId="{2B60647F-094B-4651-A2BD-13DD3D5E3720}" dt="2024-08-24T16:33:54.679" v="2522" actId="1076"/>
          <ac:picMkLst>
            <pc:docMk/>
            <pc:sldMk cId="3213335079" sldId="290"/>
            <ac:picMk id="10" creationId="{930A5A6C-4514-B7A6-0F8A-848D26819AE9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54.679" v="2522" actId="1076"/>
          <ac:picMkLst>
            <pc:docMk/>
            <pc:sldMk cId="3213335079" sldId="290"/>
            <ac:picMk id="12" creationId="{65258D40-E83E-6D72-59A4-094AD4FDB6C1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3:38:24.877" v="580" actId="478"/>
          <ac:picMkLst>
            <pc:docMk/>
            <pc:sldMk cId="3213335079" sldId="290"/>
            <ac:picMk id="5122" creationId="{538CE723-B90B-8F69-6440-C318F3D5CB75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3:38:09.110" v="575" actId="478"/>
          <ac:picMkLst>
            <pc:docMk/>
            <pc:sldMk cId="3213335079" sldId="290"/>
            <ac:picMk id="5124" creationId="{BDC36752-0243-6E57-8C63-EFE658CECCB1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54.679" v="2522" actId="1076"/>
          <ac:picMkLst>
            <pc:docMk/>
            <pc:sldMk cId="3213335079" sldId="290"/>
            <ac:picMk id="6146" creationId="{2F409EF6-8E95-19F2-7EAE-A98E3FA90535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54.679" v="2522" actId="1076"/>
          <ac:picMkLst>
            <pc:docMk/>
            <pc:sldMk cId="3213335079" sldId="290"/>
            <ac:picMk id="6148" creationId="{DC71071C-D1D4-A068-060B-BB5C9B2D64ED}"/>
          </ac:picMkLst>
        </pc:picChg>
        <pc:cxnChg chg="add mod">
          <ac:chgData name="Tưởng Việt Quân (VF-VPTXVF5-34-CTXVFe34)" userId="c95d1d9d-0d7c-49ab-9397-92214536c6a6" providerId="ADAL" clId="{2B60647F-094B-4651-A2BD-13DD3D5E3720}" dt="2024-08-24T16:33:54.679" v="2522" actId="1076"/>
          <ac:cxnSpMkLst>
            <pc:docMk/>
            <pc:sldMk cId="3213335079" sldId="290"/>
            <ac:cxnSpMk id="3" creationId="{25A3075C-5F71-9165-8897-4D5EA2A6EF71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54.679" v="2522" actId="1076"/>
          <ac:cxnSpMkLst>
            <pc:docMk/>
            <pc:sldMk cId="3213335079" sldId="290"/>
            <ac:cxnSpMk id="7" creationId="{C6F69FC9-AD5A-9891-37F4-91F0D9D9791D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54.679" v="2522" actId="1076"/>
          <ac:cxnSpMkLst>
            <pc:docMk/>
            <pc:sldMk cId="3213335079" sldId="290"/>
            <ac:cxnSpMk id="13" creationId="{E1F75611-AB1F-4E1D-40DF-3A3918BCCEE3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54.679" v="2522" actId="1076"/>
          <ac:cxnSpMkLst>
            <pc:docMk/>
            <pc:sldMk cId="3213335079" sldId="290"/>
            <ac:cxnSpMk id="14" creationId="{2432CFC5-5714-515A-69FC-6AE0425ED126}"/>
          </ac:cxnSpMkLst>
        </pc:cxnChg>
      </pc:sldChg>
      <pc:sldChg chg="addSp delSp modSp add mod setBg">
        <pc:chgData name="Tưởng Việt Quân (VF-VPTXVF5-34-CTXVFe34)" userId="c95d1d9d-0d7c-49ab-9397-92214536c6a6" providerId="ADAL" clId="{2B60647F-094B-4651-A2BD-13DD3D5E3720}" dt="2024-08-24T16:32:58.462" v="2512"/>
        <pc:sldMkLst>
          <pc:docMk/>
          <pc:sldMk cId="3255250396" sldId="291"/>
        </pc:sldMkLst>
        <pc:spChg chg="del">
          <ac:chgData name="Tưởng Việt Quân (VF-VPTXVF5-34-CTXVFe34)" userId="c95d1d9d-0d7c-49ab-9397-92214536c6a6" providerId="ADAL" clId="{2B60647F-094B-4651-A2BD-13DD3D5E3720}" dt="2024-08-23T14:15:15.290" v="1782" actId="478"/>
          <ac:spMkLst>
            <pc:docMk/>
            <pc:sldMk cId="3255250396" sldId="291"/>
            <ac:spMk id="2" creationId="{8CC8330F-23DC-47FE-C7B8-2B99D71704A3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14:15:15.726" v="1783"/>
          <ac:spMkLst>
            <pc:docMk/>
            <pc:sldMk cId="3255250396" sldId="291"/>
            <ac:spMk id="3" creationId="{FE2CA237-16FA-2B68-A334-5CB84F00FF60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31:15.358" v="2465" actId="478"/>
          <ac:spMkLst>
            <pc:docMk/>
            <pc:sldMk cId="3255250396" sldId="291"/>
            <ac:spMk id="17" creationId="{F51124E8-F82F-836C-6B93-E1722DA36077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55.736" v="2480"/>
          <ac:spMkLst>
            <pc:docMk/>
            <pc:sldMk cId="3255250396" sldId="291"/>
            <ac:spMk id="19" creationId="{A3D7CD56-0850-998E-9179-868182B9CC13}"/>
          </ac:spMkLst>
        </pc:spChg>
        <pc:grpChg chg="add mod">
          <ac:chgData name="Tưởng Việt Quân (VF-VPTXVF5-34-CTXVFe34)" userId="c95d1d9d-0d7c-49ab-9397-92214536c6a6" providerId="ADAL" clId="{2B60647F-094B-4651-A2BD-13DD3D5E3720}" dt="2024-08-24T16:21:59.603" v="2284" actId="1076"/>
          <ac:grpSpMkLst>
            <pc:docMk/>
            <pc:sldMk cId="3255250396" sldId="291"/>
            <ac:grpSpMk id="11" creationId="{DCE08BA8-1E08-B96F-F51F-CF1AAAB552E6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21:59.603" v="2284" actId="1076"/>
          <ac:grpSpMkLst>
            <pc:docMk/>
            <pc:sldMk cId="3255250396" sldId="291"/>
            <ac:grpSpMk id="14" creationId="{40E37503-2265-D09C-FA3B-EC8ABDDA1D93}"/>
          </ac:grpSpMkLst>
        </pc:grpChg>
        <pc:graphicFrameChg chg="mod modGraphic">
          <ac:chgData name="Tưởng Việt Quân (VF-VPTXVF5-34-CTXVFe34)" userId="c95d1d9d-0d7c-49ab-9397-92214536c6a6" providerId="ADAL" clId="{2B60647F-094B-4651-A2BD-13DD3D5E3720}" dt="2024-08-24T16:21:59.603" v="2284" actId="1076"/>
          <ac:graphicFrameMkLst>
            <pc:docMk/>
            <pc:sldMk cId="3255250396" sldId="291"/>
            <ac:graphicFrameMk id="4" creationId="{AF246753-0AFD-CF49-B134-DB31F12B8DD6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5" creationId="{A67DD123-7AE3-C1A0-C641-C90ED9EDA96B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1:16:13.985" v="14" actId="478"/>
          <ac:picMkLst>
            <pc:docMk/>
            <pc:sldMk cId="3255250396" sldId="291"/>
            <ac:picMk id="6" creationId="{33AFE493-387C-3194-8525-1C6A0C133B33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1:16:13.303" v="13" actId="478"/>
          <ac:picMkLst>
            <pc:docMk/>
            <pc:sldMk cId="3255250396" sldId="291"/>
            <ac:picMk id="10" creationId="{930A5A6C-4514-B7A6-0F8A-848D26819AE9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12" creationId="{D34DB32F-38A9-6D52-334F-1DAC79862E87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13" creationId="{A23F4C9E-DB4A-96DB-7189-6679115779B1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15" creationId="{033CA1CE-75F9-9F41-C722-65EA06672994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3T03:41:48.014" v="599"/>
          <ac:picMkLst>
            <pc:docMk/>
            <pc:sldMk cId="3255250396" sldId="291"/>
            <ac:picMk id="26" creationId="{ECDE0150-65A7-DD5C-DDF6-50695C845531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30" creationId="{8E60C7CB-FE79-583D-8A3E-632974177D6C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1026" creationId="{D13A2B28-434E-54C7-DD00-BEF988C5826B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1028" creationId="{B0815FFC-A3B5-5D33-222D-10B3109BF993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21:59.603" v="2284" actId="1076"/>
          <ac:picMkLst>
            <pc:docMk/>
            <pc:sldMk cId="3255250396" sldId="291"/>
            <ac:picMk id="1030" creationId="{1FAF67A5-A016-A520-E766-22BFF85DACC2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1:16:14.495" v="15" actId="478"/>
          <ac:picMkLst>
            <pc:docMk/>
            <pc:sldMk cId="3255250396" sldId="291"/>
            <ac:picMk id="5122" creationId="{538CE723-B90B-8F69-6440-C318F3D5CB75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1:16:14.857" v="16" actId="478"/>
          <ac:picMkLst>
            <pc:docMk/>
            <pc:sldMk cId="3255250396" sldId="291"/>
            <ac:picMk id="5124" creationId="{BDC36752-0243-6E57-8C63-EFE658CECCB1}"/>
          </ac:picMkLst>
        </pc:picChg>
        <pc:cxnChg chg="add del mod">
          <ac:chgData name="Tưởng Việt Quân (VF-VPTXVF5-34-CTXVFe34)" userId="c95d1d9d-0d7c-49ab-9397-92214536c6a6" providerId="ADAL" clId="{2B60647F-094B-4651-A2BD-13DD3D5E3720}" dt="2024-08-24T16:23:22.775" v="2308" actId="478"/>
          <ac:cxnSpMkLst>
            <pc:docMk/>
            <pc:sldMk cId="3255250396" sldId="291"/>
            <ac:cxnSpMk id="6" creationId="{75C8526B-7BF9-38A6-8183-058F7E99672C}"/>
          </ac:cxnSpMkLst>
        </pc:cxnChg>
        <pc:cxnChg chg="add del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7" creationId="{0978316C-5328-8106-B026-793EF451A454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8" creationId="{46EDA7AB-CDC7-D617-2A8B-D8B5ABA3F449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16" creationId="{1E33C343-9DF8-8823-58E3-B795A9ED7EEC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18" creationId="{9F59AA85-7404-C6EF-39A3-ADF6AE063B9D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20" creationId="{220CBD20-3444-1571-9300-80755FEDE114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21" creationId="{811E01CE-7B2E-CBA0-3919-520CB504B193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3T03:41:39.399" v="597" actId="571"/>
          <ac:cxnSpMkLst>
            <pc:docMk/>
            <pc:sldMk cId="3255250396" sldId="291"/>
            <ac:cxnSpMk id="25" creationId="{AE83AB5D-BA11-F94A-1B6B-CEF7D0BF993B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27" creationId="{43B286A8-1F51-3322-267F-70E73B639997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21:59.603" v="2284" actId="1076"/>
          <ac:cxnSpMkLst>
            <pc:docMk/>
            <pc:sldMk cId="3255250396" sldId="291"/>
            <ac:cxnSpMk id="31" creationId="{F9FD5938-AA28-1E5F-ABCC-3839B270E310}"/>
          </ac:cxnSpMkLst>
        </pc:cxnChg>
      </pc:sldChg>
      <pc:sldChg chg="addSp delSp modSp new mod setBg">
        <pc:chgData name="Tưởng Việt Quân (VF-VPTXVF5-34-CTXVFe34)" userId="c95d1d9d-0d7c-49ab-9397-92214536c6a6" providerId="ADAL" clId="{2B60647F-094B-4651-A2BD-13DD3D5E3720}" dt="2024-08-24T16:33:34.165" v="2520" actId="1076"/>
        <pc:sldMkLst>
          <pc:docMk/>
          <pc:sldMk cId="999281176" sldId="292"/>
        </pc:sldMkLst>
        <pc:spChg chg="del">
          <ac:chgData name="Tưởng Việt Quân (VF-VPTXVF5-34-CTXVFe34)" userId="c95d1d9d-0d7c-49ab-9397-92214536c6a6" providerId="ADAL" clId="{2B60647F-094B-4651-A2BD-13DD3D5E3720}" dt="2024-08-23T02:34:33.055" v="455" actId="478"/>
          <ac:spMkLst>
            <pc:docMk/>
            <pc:sldMk cId="999281176" sldId="292"/>
            <ac:spMk id="2" creationId="{61354683-D155-93EE-8E59-CF0C99FF8AC2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14:15:19.321" v="1785"/>
          <ac:spMkLst>
            <pc:docMk/>
            <pc:sldMk cId="999281176" sldId="292"/>
            <ac:spMk id="2" creationId="{BC4586FE-21B9-BDED-8243-EC4B6A726E0E}"/>
          </ac:spMkLst>
        </pc:spChg>
        <pc:spChg chg="del">
          <ac:chgData name="Tưởng Việt Quân (VF-VPTXVF5-34-CTXVFe34)" userId="c95d1d9d-0d7c-49ab-9397-92214536c6a6" providerId="ADAL" clId="{2B60647F-094B-4651-A2BD-13DD3D5E3720}" dt="2024-08-23T02:34:34.717" v="456" actId="478"/>
          <ac:spMkLst>
            <pc:docMk/>
            <pc:sldMk cId="999281176" sldId="292"/>
            <ac:spMk id="3" creationId="{4F98F177-A7CF-53C8-7080-D59F0B4F00B0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3T14:15:19.019" v="1784" actId="478"/>
          <ac:spMkLst>
            <pc:docMk/>
            <pc:sldMk cId="999281176" sldId="292"/>
            <ac:spMk id="5" creationId="{7B7B1ADD-0100-0C37-AC26-88450F294368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31:19.123" v="2466" actId="478"/>
          <ac:spMkLst>
            <pc:docMk/>
            <pc:sldMk cId="999281176" sldId="292"/>
            <ac:spMk id="7" creationId="{23C9D80A-5325-2BC8-94A0-E662D7306C1D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57.103" v="2481"/>
          <ac:spMkLst>
            <pc:docMk/>
            <pc:sldMk cId="999281176" sldId="292"/>
            <ac:spMk id="8" creationId="{A25A6639-7A71-AF59-3FC5-01E72AEB5C40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3T04:50:36.837" v="777" actId="478"/>
          <ac:spMkLst>
            <pc:docMk/>
            <pc:sldMk cId="999281176" sldId="292"/>
            <ac:spMk id="22" creationId="{6BA7382D-B8E5-1F1B-B52F-CCFEE94A1563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3T04:51:12.178" v="792" actId="478"/>
          <ac:spMkLst>
            <pc:docMk/>
            <pc:sldMk cId="999281176" sldId="292"/>
            <ac:spMk id="25" creationId="{B233D9F8-FCF2-7115-8C60-960E59563B6A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3T04:57:16.803" v="809" actId="478"/>
          <ac:spMkLst>
            <pc:docMk/>
            <pc:sldMk cId="999281176" sldId="292"/>
            <ac:spMk id="26" creationId="{2C9499EF-826E-E25A-9AFC-A5221FBA5378}"/>
          </ac:spMkLst>
        </pc:spChg>
        <pc:grpChg chg="add mod">
          <ac:chgData name="Tưởng Việt Quân (VF-VPTXVF5-34-CTXVFe34)" userId="c95d1d9d-0d7c-49ab-9397-92214536c6a6" providerId="ADAL" clId="{2B60647F-094B-4651-A2BD-13DD3D5E3720}" dt="2024-08-24T16:33:34.165" v="2520" actId="1076"/>
          <ac:grpSpMkLst>
            <pc:docMk/>
            <pc:sldMk cId="999281176" sldId="292"/>
            <ac:grpSpMk id="3" creationId="{2041DD74-40CC-F1EC-891C-AB300ECE18C5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34.165" v="2520" actId="1076"/>
          <ac:grpSpMkLst>
            <pc:docMk/>
            <pc:sldMk cId="999281176" sldId="292"/>
            <ac:grpSpMk id="5" creationId="{E3054247-C442-873C-93A4-6B63A086D668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34.165" v="2520" actId="1076"/>
          <ac:grpSpMkLst>
            <pc:docMk/>
            <pc:sldMk cId="999281176" sldId="292"/>
            <ac:grpSpMk id="6" creationId="{47385B99-6C04-89BC-0949-DEB0E0FAA2BA}"/>
          </ac:grpSpMkLst>
        </pc:grpChg>
        <pc:grpChg chg="add del mod">
          <ac:chgData name="Tưởng Việt Quân (VF-VPTXVF5-34-CTXVFe34)" userId="c95d1d9d-0d7c-49ab-9397-92214536c6a6" providerId="ADAL" clId="{2B60647F-094B-4651-A2BD-13DD3D5E3720}" dt="2024-08-23T05:38:34.714" v="1043" actId="478"/>
          <ac:grpSpMkLst>
            <pc:docMk/>
            <pc:sldMk cId="999281176" sldId="292"/>
            <ac:grpSpMk id="32" creationId="{9093737B-A2DD-575E-DF7D-537F07050725}"/>
          </ac:grpSpMkLst>
        </pc:grpChg>
        <pc:grpChg chg="add mod">
          <ac:chgData name="Tưởng Việt Quân (VF-VPTXVF5-34-CTXVFe34)" userId="c95d1d9d-0d7c-49ab-9397-92214536c6a6" providerId="ADAL" clId="{2B60647F-094B-4651-A2BD-13DD3D5E3720}" dt="2024-08-24T16:33:34.165" v="2520" actId="1076"/>
          <ac:grpSpMkLst>
            <pc:docMk/>
            <pc:sldMk cId="999281176" sldId="292"/>
            <ac:grpSpMk id="33" creationId="{E4CEBDDB-7BC8-9C10-FB09-7E75B8E45283}"/>
          </ac:grpSpMkLst>
        </pc:grpChg>
        <pc:graphicFrameChg chg="add mod ord modGraphic">
          <ac:chgData name="Tưởng Việt Quân (VF-VPTXVF5-34-CTXVFe34)" userId="c95d1d9d-0d7c-49ab-9397-92214536c6a6" providerId="ADAL" clId="{2B60647F-094B-4651-A2BD-13DD3D5E3720}" dt="2024-08-24T16:33:34.165" v="2520" actId="1076"/>
          <ac:graphicFrameMkLst>
            <pc:docMk/>
            <pc:sldMk cId="999281176" sldId="292"/>
            <ac:graphicFrameMk id="4" creationId="{A53BCDFA-1F5F-1E68-219F-F818DCE888DB}"/>
          </ac:graphicFrameMkLst>
        </pc:graphicFrameChg>
        <pc:picChg chg="add del mod">
          <ac:chgData name="Tưởng Việt Quân (VF-VPTXVF5-34-CTXVFe34)" userId="c95d1d9d-0d7c-49ab-9397-92214536c6a6" providerId="ADAL" clId="{2B60647F-094B-4651-A2BD-13DD3D5E3720}" dt="2024-08-23T03:44:05.098" v="635" actId="478"/>
          <ac:picMkLst>
            <pc:docMk/>
            <pc:sldMk cId="999281176" sldId="292"/>
            <ac:picMk id="6" creationId="{856CF0ED-7633-7174-23EA-52A4C3069336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3:44:00.967" v="630" actId="478"/>
          <ac:picMkLst>
            <pc:docMk/>
            <pc:sldMk cId="999281176" sldId="292"/>
            <ac:picMk id="7" creationId="{DCB26724-B774-185A-8A81-D80E374CF947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3:44:00.449" v="629" actId="478"/>
          <ac:picMkLst>
            <pc:docMk/>
            <pc:sldMk cId="999281176" sldId="292"/>
            <ac:picMk id="10" creationId="{62F9B0D4-69F8-8A0E-F982-DD85B1C39132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3:44:05.650" v="636" actId="478"/>
          <ac:picMkLst>
            <pc:docMk/>
            <pc:sldMk cId="999281176" sldId="292"/>
            <ac:picMk id="11" creationId="{16E1DC60-B3F8-DAAC-96AD-1BD3D280CEF0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3:44:03.849" v="633" actId="478"/>
          <ac:picMkLst>
            <pc:docMk/>
            <pc:sldMk cId="999281176" sldId="292"/>
            <ac:picMk id="12" creationId="{7363DED9-7B80-1ECB-E015-20206D7869D0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3:44:04.580" v="634" actId="478"/>
          <ac:picMkLst>
            <pc:docMk/>
            <pc:sldMk cId="999281176" sldId="292"/>
            <ac:picMk id="13" creationId="{F27EBA0E-9E47-6FA4-4C3A-5BE0F2980658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34.165" v="2520" actId="1076"/>
          <ac:picMkLst>
            <pc:docMk/>
            <pc:sldMk cId="999281176" sldId="292"/>
            <ac:picMk id="18" creationId="{00000000-0008-0000-0300-000004020000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4:00:14.747" v="728" actId="478"/>
          <ac:picMkLst>
            <pc:docMk/>
            <pc:sldMk cId="999281176" sldId="292"/>
            <ac:picMk id="19" creationId="{3F1AE317-90EF-C25E-8831-64B167144B83}"/>
          </ac:picMkLst>
        </pc:picChg>
        <pc:picChg chg="add mod modCrop">
          <ac:chgData name="Tưởng Việt Quân (VF-VPTXVF5-34-CTXVFe34)" userId="c95d1d9d-0d7c-49ab-9397-92214536c6a6" providerId="ADAL" clId="{2B60647F-094B-4651-A2BD-13DD3D5E3720}" dt="2024-08-24T16:33:34.165" v="2520" actId="1076"/>
          <ac:picMkLst>
            <pc:docMk/>
            <pc:sldMk cId="999281176" sldId="292"/>
            <ac:picMk id="21" creationId="{2D097FF5-9ADD-7AD3-0DAA-4C27A858EA6F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5:38:40.602" v="1046" actId="478"/>
          <ac:picMkLst>
            <pc:docMk/>
            <pc:sldMk cId="999281176" sldId="292"/>
            <ac:picMk id="35" creationId="{F2570BB9-54EB-4A27-0DE9-60D33FD61492}"/>
          </ac:picMkLst>
        </pc:picChg>
        <pc:picChg chg="add mod ord">
          <ac:chgData name="Tưởng Việt Quân (VF-VPTXVF5-34-CTXVFe34)" userId="c95d1d9d-0d7c-49ab-9397-92214536c6a6" providerId="ADAL" clId="{2B60647F-094B-4651-A2BD-13DD3D5E3720}" dt="2024-08-24T16:33:34.165" v="2520" actId="1076"/>
          <ac:picMkLst>
            <pc:docMk/>
            <pc:sldMk cId="999281176" sldId="292"/>
            <ac:picMk id="39" creationId="{9B72BA16-1381-C9C1-104D-ADF94FBEBDD9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34.165" v="2520" actId="1076"/>
          <ac:picMkLst>
            <pc:docMk/>
            <pc:sldMk cId="999281176" sldId="292"/>
            <ac:picMk id="42" creationId="{AD3028F5-8A5F-173E-C7ED-61EBEACC9B17}"/>
          </ac:picMkLst>
        </pc:picChg>
        <pc:picChg chg="add del mod modCrop">
          <ac:chgData name="Tưởng Việt Quân (VF-VPTXVF5-34-CTXVFe34)" userId="c95d1d9d-0d7c-49ab-9397-92214536c6a6" providerId="ADAL" clId="{2B60647F-094B-4651-A2BD-13DD3D5E3720}" dt="2024-08-23T05:44:31.710" v="1162" actId="478"/>
          <ac:picMkLst>
            <pc:docMk/>
            <pc:sldMk cId="999281176" sldId="292"/>
            <ac:picMk id="44" creationId="{B14D8552-F836-217A-47F8-CEBBE03C457B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16:33:34.165" v="2520" actId="1076"/>
          <ac:picMkLst>
            <pc:docMk/>
            <pc:sldMk cId="999281176" sldId="292"/>
            <ac:picMk id="46" creationId="{EC7BC8FF-DF80-66B2-20A0-25BA0B4C7967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16:33:34.165" v="2520" actId="1076"/>
          <ac:picMkLst>
            <pc:docMk/>
            <pc:sldMk cId="999281176" sldId="292"/>
            <ac:picMk id="4098" creationId="{D609A97C-E5D6-4652-F237-53AA9B33719D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3T05:26:52.159" v="1023" actId="14100"/>
          <ac:picMkLst>
            <pc:docMk/>
            <pc:sldMk cId="999281176" sldId="292"/>
            <ac:picMk id="4100" creationId="{7EEB0FE9-E38B-07DC-3D25-FD9FDBCDB7D0}"/>
          </ac:picMkLst>
        </pc:picChg>
        <pc:cxnChg chg="add del mod">
          <ac:chgData name="Tưởng Việt Quân (VF-VPTXVF5-34-CTXVFe34)" userId="c95d1d9d-0d7c-49ab-9397-92214536c6a6" providerId="ADAL" clId="{2B60647F-094B-4651-A2BD-13DD3D5E3720}" dt="2024-08-23T03:44:03.063" v="632" actId="478"/>
          <ac:cxnSpMkLst>
            <pc:docMk/>
            <pc:sldMk cId="999281176" sldId="292"/>
            <ac:cxnSpMk id="8" creationId="{F40419CB-0953-1631-73DD-F32AB1B30C21}"/>
          </ac:cxnSpMkLst>
        </pc:cxnChg>
        <pc:cxnChg chg="add del mod">
          <ac:chgData name="Tưởng Việt Quân (VF-VPTXVF5-34-CTXVFe34)" userId="c95d1d9d-0d7c-49ab-9397-92214536c6a6" providerId="ADAL" clId="{2B60647F-094B-4651-A2BD-13DD3D5E3720}" dt="2024-08-23T03:44:02.222" v="631" actId="478"/>
          <ac:cxnSpMkLst>
            <pc:docMk/>
            <pc:sldMk cId="999281176" sldId="292"/>
            <ac:cxnSpMk id="9" creationId="{8101B8B6-5F71-5117-0AFE-8575841DB155}"/>
          </ac:cxnSpMkLst>
        </pc:cxnChg>
        <pc:cxnChg chg="add del mod">
          <ac:chgData name="Tưởng Việt Quân (VF-VPTXVF5-34-CTXVFe34)" userId="c95d1d9d-0d7c-49ab-9397-92214536c6a6" providerId="ADAL" clId="{2B60647F-094B-4651-A2BD-13DD3D5E3720}" dt="2024-08-23T03:44:09.550" v="640" actId="478"/>
          <ac:cxnSpMkLst>
            <pc:docMk/>
            <pc:sldMk cId="999281176" sldId="292"/>
            <ac:cxnSpMk id="14" creationId="{458F5D49-32AF-4947-E1EF-67ED76A31F25}"/>
          </ac:cxnSpMkLst>
        </pc:cxnChg>
        <pc:cxnChg chg="add del mod">
          <ac:chgData name="Tưởng Việt Quân (VF-VPTXVF5-34-CTXVFe34)" userId="c95d1d9d-0d7c-49ab-9397-92214536c6a6" providerId="ADAL" clId="{2B60647F-094B-4651-A2BD-13DD3D5E3720}" dt="2024-08-23T03:44:07.285" v="638" actId="478"/>
          <ac:cxnSpMkLst>
            <pc:docMk/>
            <pc:sldMk cId="999281176" sldId="292"/>
            <ac:cxnSpMk id="15" creationId="{30C9067F-2448-3891-5FC8-5E224467EC7A}"/>
          </ac:cxnSpMkLst>
        </pc:cxnChg>
        <pc:cxnChg chg="add del mod">
          <ac:chgData name="Tưởng Việt Quân (VF-VPTXVF5-34-CTXVFe34)" userId="c95d1d9d-0d7c-49ab-9397-92214536c6a6" providerId="ADAL" clId="{2B60647F-094B-4651-A2BD-13DD3D5E3720}" dt="2024-08-23T03:44:06.437" v="637" actId="478"/>
          <ac:cxnSpMkLst>
            <pc:docMk/>
            <pc:sldMk cId="999281176" sldId="292"/>
            <ac:cxnSpMk id="16" creationId="{41FD0595-4B89-B969-18DC-109375E1AEEE}"/>
          </ac:cxnSpMkLst>
        </pc:cxnChg>
        <pc:cxnChg chg="add del mod">
          <ac:chgData name="Tưởng Việt Quân (VF-VPTXVF5-34-CTXVFe34)" userId="c95d1d9d-0d7c-49ab-9397-92214536c6a6" providerId="ADAL" clId="{2B60647F-094B-4651-A2BD-13DD3D5E3720}" dt="2024-08-23T03:44:09.012" v="639" actId="478"/>
          <ac:cxnSpMkLst>
            <pc:docMk/>
            <pc:sldMk cId="999281176" sldId="292"/>
            <ac:cxnSpMk id="17" creationId="{DA475432-44E6-1654-39DF-3FE83B8C8377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34.165" v="2520" actId="1076"/>
          <ac:cxnSpMkLst>
            <pc:docMk/>
            <pc:sldMk cId="999281176" sldId="292"/>
            <ac:cxnSpMk id="23" creationId="{54E26849-D491-BA96-A8BB-1D0C25F71B16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34.165" v="2520" actId="1076"/>
          <ac:cxnSpMkLst>
            <pc:docMk/>
            <pc:sldMk cId="999281176" sldId="292"/>
            <ac:cxnSpMk id="27" creationId="{F063A1DC-BB16-80AE-4D0E-E04C57EA82FA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3T05:27:23.113" v="1037" actId="1076"/>
          <ac:cxnSpMkLst>
            <pc:docMk/>
            <pc:sldMk cId="999281176" sldId="292"/>
            <ac:cxnSpMk id="29" creationId="{7CD671D3-225F-42CF-A4B2-1EC302E2B68D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34.165" v="2520" actId="1076"/>
          <ac:cxnSpMkLst>
            <pc:docMk/>
            <pc:sldMk cId="999281176" sldId="292"/>
            <ac:cxnSpMk id="36" creationId="{20C55F03-025E-93B5-A72D-245E46DAB23B}"/>
          </ac:cxnSpMkLst>
        </pc:cxnChg>
        <pc:cxnChg chg="add mod">
          <ac:chgData name="Tưởng Việt Quân (VF-VPTXVF5-34-CTXVFe34)" userId="c95d1d9d-0d7c-49ab-9397-92214536c6a6" providerId="ADAL" clId="{2B60647F-094B-4651-A2BD-13DD3D5E3720}" dt="2024-08-24T16:33:34.165" v="2520" actId="1076"/>
          <ac:cxnSpMkLst>
            <pc:docMk/>
            <pc:sldMk cId="999281176" sldId="292"/>
            <ac:cxnSpMk id="47" creationId="{9F52DFDA-7C4C-498B-332A-9AC8F97BC6C8}"/>
          </ac:cxnSpMkLst>
        </pc:cxnChg>
      </pc:sldChg>
      <pc:sldChg chg="addSp delSp modSp add del mod">
        <pc:chgData name="Tưởng Việt Quân (VF-VPTXVF5-34-CTXVFe34)" userId="c95d1d9d-0d7c-49ab-9397-92214536c6a6" providerId="ADAL" clId="{2B60647F-094B-4651-A2BD-13DD3D5E3720}" dt="2024-08-24T13:47:49.582" v="2126" actId="47"/>
        <pc:sldMkLst>
          <pc:docMk/>
          <pc:sldMk cId="2901428758" sldId="293"/>
        </pc:sldMkLst>
        <pc:spChg chg="add mod">
          <ac:chgData name="Tưởng Việt Quân (VF-VPTXVF5-34-CTXVFe34)" userId="c95d1d9d-0d7c-49ab-9397-92214536c6a6" providerId="ADAL" clId="{2B60647F-094B-4651-A2BD-13DD3D5E3720}" dt="2024-08-23T14:15:23.509" v="1787"/>
          <ac:spMkLst>
            <pc:docMk/>
            <pc:sldMk cId="2901428758" sldId="293"/>
            <ac:spMk id="2" creationId="{A2848351-C3E7-9C10-D2A0-2E83DEF3751B}"/>
          </ac:spMkLst>
        </pc:spChg>
        <pc:spChg chg="del">
          <ac:chgData name="Tưởng Việt Quân (VF-VPTXVF5-34-CTXVFe34)" userId="c95d1d9d-0d7c-49ab-9397-92214536c6a6" providerId="ADAL" clId="{2B60647F-094B-4651-A2BD-13DD3D5E3720}" dt="2024-08-23T14:15:23.243" v="1786" actId="478"/>
          <ac:spMkLst>
            <pc:docMk/>
            <pc:sldMk cId="2901428758" sldId="293"/>
            <ac:spMk id="5" creationId="{7B7B1ADD-0100-0C37-AC26-88450F294368}"/>
          </ac:spMkLst>
        </pc:spChg>
        <pc:graphicFrameChg chg="del mod modGraphic">
          <ac:chgData name="Tưởng Việt Quân (VF-VPTXVF5-34-CTXVFe34)" userId="c95d1d9d-0d7c-49ab-9397-92214536c6a6" providerId="ADAL" clId="{2B60647F-094B-4651-A2BD-13DD3D5E3720}" dt="2024-08-24T13:47:47.949" v="2125" actId="478"/>
          <ac:graphicFrameMkLst>
            <pc:docMk/>
            <pc:sldMk cId="2901428758" sldId="293"/>
            <ac:graphicFrameMk id="4" creationId="{A53BCDFA-1F5F-1E68-219F-F818DCE888DB}"/>
          </ac:graphicFrameMkLst>
        </pc:graphicFrameChg>
        <pc:picChg chg="add del mod">
          <ac:chgData name="Tưởng Việt Quân (VF-VPTXVF5-34-CTXVFe34)" userId="c95d1d9d-0d7c-49ab-9397-92214536c6a6" providerId="ADAL" clId="{2B60647F-094B-4651-A2BD-13DD3D5E3720}" dt="2024-08-23T05:56:52.683" v="1274" actId="478"/>
          <ac:picMkLst>
            <pc:docMk/>
            <pc:sldMk cId="2901428758" sldId="293"/>
            <ac:picMk id="3" creationId="{D3A36BAA-9E6C-D7C5-8E77-4E7B5F26D50A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2:36:40.142" v="467" actId="478"/>
          <ac:picMkLst>
            <pc:docMk/>
            <pc:sldMk cId="2901428758" sldId="293"/>
            <ac:picMk id="6" creationId="{856CF0ED-7633-7174-23EA-52A4C3069336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2:36:32.147" v="459" actId="478"/>
          <ac:picMkLst>
            <pc:docMk/>
            <pc:sldMk cId="2901428758" sldId="293"/>
            <ac:picMk id="7" creationId="{DCB26724-B774-185A-8A81-D80E374CF947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2:36:35.575" v="462" actId="478"/>
          <ac:picMkLst>
            <pc:docMk/>
            <pc:sldMk cId="2901428758" sldId="293"/>
            <ac:picMk id="10" creationId="{62F9B0D4-69F8-8A0E-F982-DD85B1C39132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2:36:40.604" v="468" actId="478"/>
          <ac:picMkLst>
            <pc:docMk/>
            <pc:sldMk cId="2901428758" sldId="293"/>
            <ac:picMk id="11" creationId="{16E1DC60-B3F8-DAAC-96AD-1BD3D280CEF0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2:36:41.215" v="469" actId="478"/>
          <ac:picMkLst>
            <pc:docMk/>
            <pc:sldMk cId="2901428758" sldId="293"/>
            <ac:picMk id="12" creationId="{7363DED9-7B80-1ECB-E015-20206D7869D0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02:36:41.833" v="470" actId="478"/>
          <ac:picMkLst>
            <pc:docMk/>
            <pc:sldMk cId="2901428758" sldId="293"/>
            <ac:picMk id="13" creationId="{F27EBA0E-9E47-6FA4-4C3A-5BE0F2980658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13:46:50.751" v="2110" actId="21"/>
          <ac:picMkLst>
            <pc:docMk/>
            <pc:sldMk cId="2901428758" sldId="293"/>
            <ac:picMk id="19" creationId="{5D403D17-9F96-08DE-987A-94375708ADF4}"/>
          </ac:picMkLst>
        </pc:picChg>
        <pc:picChg chg="add del mod modCrop">
          <ac:chgData name="Tưởng Việt Quân (VF-VPTXVF5-34-CTXVFe34)" userId="c95d1d9d-0d7c-49ab-9397-92214536c6a6" providerId="ADAL" clId="{2B60647F-094B-4651-A2BD-13DD3D5E3720}" dt="2024-08-24T13:46:50.751" v="2110" actId="21"/>
          <ac:picMkLst>
            <pc:docMk/>
            <pc:sldMk cId="2901428758" sldId="293"/>
            <ac:picMk id="21" creationId="{DBD37265-91F6-EA72-C859-305690A6D888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13:46:50.751" v="2110" actId="21"/>
          <ac:picMkLst>
            <pc:docMk/>
            <pc:sldMk cId="2901428758" sldId="293"/>
            <ac:picMk id="23" creationId="{FC908456-A894-4C23-AC5A-0442F8666776}"/>
          </ac:picMkLst>
        </pc:picChg>
        <pc:picChg chg="add del mod modCrop">
          <ac:chgData name="Tưởng Việt Quân (VF-VPTXVF5-34-CTXVFe34)" userId="c95d1d9d-0d7c-49ab-9397-92214536c6a6" providerId="ADAL" clId="{2B60647F-094B-4651-A2BD-13DD3D5E3720}" dt="2024-08-24T13:46:50.751" v="2110" actId="21"/>
          <ac:picMkLst>
            <pc:docMk/>
            <pc:sldMk cId="2901428758" sldId="293"/>
            <ac:picMk id="25" creationId="{79D8F768-EA6A-C87A-29FB-7C4056426920}"/>
          </ac:picMkLst>
        </pc:picChg>
        <pc:picChg chg="add del mod modCrop">
          <ac:chgData name="Tưởng Việt Quân (VF-VPTXVF5-34-CTXVFe34)" userId="c95d1d9d-0d7c-49ab-9397-92214536c6a6" providerId="ADAL" clId="{2B60647F-094B-4651-A2BD-13DD3D5E3720}" dt="2024-08-24T13:46:50.751" v="2110" actId="21"/>
          <ac:picMkLst>
            <pc:docMk/>
            <pc:sldMk cId="2901428758" sldId="293"/>
            <ac:picMk id="27" creationId="{21E5874C-61F9-3A51-0E6C-9D3EA9061BD6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5:56:12.260" v="1268" actId="478"/>
          <ac:picMkLst>
            <pc:docMk/>
            <pc:sldMk cId="2901428758" sldId="293"/>
            <ac:picMk id="3074" creationId="{E4BB7B38-AEE4-6F88-448C-7C33B698C067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5:57:03.173" v="1280" actId="478"/>
          <ac:picMkLst>
            <pc:docMk/>
            <pc:sldMk cId="2901428758" sldId="293"/>
            <ac:picMk id="3076" creationId="{861EC84C-0B9E-BFF9-0492-E3C2311C012E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3T05:57:02.672" v="1279" actId="478"/>
          <ac:picMkLst>
            <pc:docMk/>
            <pc:sldMk cId="2901428758" sldId="293"/>
            <ac:picMk id="3078" creationId="{30134588-7CC6-2FF7-D308-2EA319002692}"/>
          </ac:picMkLst>
        </pc:picChg>
        <pc:cxnChg chg="del">
          <ac:chgData name="Tưởng Việt Quân (VF-VPTXVF5-34-CTXVFe34)" userId="c95d1d9d-0d7c-49ab-9397-92214536c6a6" providerId="ADAL" clId="{2B60647F-094B-4651-A2BD-13DD3D5E3720}" dt="2024-08-23T02:36:33.911" v="460" actId="478"/>
          <ac:cxnSpMkLst>
            <pc:docMk/>
            <pc:sldMk cId="2901428758" sldId="293"/>
            <ac:cxnSpMk id="8" creationId="{F40419CB-0953-1631-73DD-F32AB1B30C21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3T02:36:34.650" v="461" actId="478"/>
          <ac:cxnSpMkLst>
            <pc:docMk/>
            <pc:sldMk cId="2901428758" sldId="293"/>
            <ac:cxnSpMk id="9" creationId="{8101B8B6-5F71-5117-0AFE-8575841DB155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3T02:36:38.503" v="466" actId="478"/>
          <ac:cxnSpMkLst>
            <pc:docMk/>
            <pc:sldMk cId="2901428758" sldId="293"/>
            <ac:cxnSpMk id="14" creationId="{458F5D49-32AF-4947-E1EF-67ED76A31F25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3T02:36:37.203" v="464" actId="478"/>
          <ac:cxnSpMkLst>
            <pc:docMk/>
            <pc:sldMk cId="2901428758" sldId="293"/>
            <ac:cxnSpMk id="15" creationId="{30C9067F-2448-3891-5FC8-5E224467EC7A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3T02:36:36.576" v="463" actId="478"/>
          <ac:cxnSpMkLst>
            <pc:docMk/>
            <pc:sldMk cId="2901428758" sldId="293"/>
            <ac:cxnSpMk id="16" creationId="{41FD0595-4B89-B969-18DC-109375E1AEEE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3T02:36:37.837" v="465" actId="478"/>
          <ac:cxnSpMkLst>
            <pc:docMk/>
            <pc:sldMk cId="2901428758" sldId="293"/>
            <ac:cxnSpMk id="17" creationId="{DA475432-44E6-1654-39DF-3FE83B8C8377}"/>
          </ac:cxnSpMkLst>
        </pc:cxnChg>
      </pc:sldChg>
      <pc:sldChg chg="addSp delSp modSp new mod ord modClrScheme chgLayout">
        <pc:chgData name="Tưởng Việt Quân (VF-VPTXVF5-34-CTXVFe34)" userId="c95d1d9d-0d7c-49ab-9397-92214536c6a6" providerId="ADAL" clId="{2B60647F-094B-4651-A2BD-13DD3D5E3720}" dt="2024-08-23T06:07:38.940" v="1473" actId="1076"/>
        <pc:sldMkLst>
          <pc:docMk/>
          <pc:sldMk cId="2996983220" sldId="294"/>
        </pc:sldMkLst>
        <pc:spChg chg="del">
          <ac:chgData name="Tưởng Việt Quân (VF-VPTXVF5-34-CTXVFe34)" userId="c95d1d9d-0d7c-49ab-9397-92214536c6a6" providerId="ADAL" clId="{2B60647F-094B-4651-A2BD-13DD3D5E3720}" dt="2024-08-23T06:03:41.649" v="1356" actId="700"/>
          <ac:spMkLst>
            <pc:docMk/>
            <pc:sldMk cId="2996983220" sldId="294"/>
            <ac:spMk id="2" creationId="{A8DC89EE-0CCD-B61A-65F0-617F58C531EB}"/>
          </ac:spMkLst>
        </pc:spChg>
        <pc:spChg chg="del">
          <ac:chgData name="Tưởng Việt Quân (VF-VPTXVF5-34-CTXVFe34)" userId="c95d1d9d-0d7c-49ab-9397-92214536c6a6" providerId="ADAL" clId="{2B60647F-094B-4651-A2BD-13DD3D5E3720}" dt="2024-08-23T06:03:41.649" v="1356" actId="700"/>
          <ac:spMkLst>
            <pc:docMk/>
            <pc:sldMk cId="2996983220" sldId="294"/>
            <ac:spMk id="3" creationId="{038877AD-B850-2BDC-2E32-147011CA383B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3T06:07:38.940" v="1473" actId="1076"/>
          <ac:spMkLst>
            <pc:docMk/>
            <pc:sldMk cId="2996983220" sldId="294"/>
            <ac:spMk id="4" creationId="{F2456E52-84BB-8795-D5AC-E26D28DF490E}"/>
          </ac:spMkLst>
        </pc:spChg>
      </pc:sldChg>
      <pc:sldChg chg="addSp delSp modSp add del mod">
        <pc:chgData name="Tưởng Việt Quân (VF-VPTXVF5-34-CTXVFe34)" userId="c95d1d9d-0d7c-49ab-9397-92214536c6a6" providerId="ADAL" clId="{2B60647F-094B-4651-A2BD-13DD3D5E3720}" dt="2024-08-24T16:24:08.699" v="2315" actId="47"/>
        <pc:sldMkLst>
          <pc:docMk/>
          <pc:sldMk cId="3647557150" sldId="306"/>
        </pc:sldMkLst>
        <pc:spChg chg="add mod">
          <ac:chgData name="Tưởng Việt Quân (VF-VPTXVF5-34-CTXVFe34)" userId="c95d1d9d-0d7c-49ab-9397-92214536c6a6" providerId="ADAL" clId="{2B60647F-094B-4651-A2BD-13DD3D5E3720}" dt="2024-08-23T15:07:44.656" v="1824"/>
          <ac:spMkLst>
            <pc:docMk/>
            <pc:sldMk cId="3647557150" sldId="306"/>
            <ac:spMk id="4" creationId="{0D939ED0-E10F-65B3-E90A-BB1F613A99E3}"/>
          </ac:spMkLst>
        </pc:spChg>
        <pc:spChg chg="mod">
          <ac:chgData name="Tưởng Việt Quân (VF-VPTXVF5-34-CTXVFe34)" userId="c95d1d9d-0d7c-49ab-9397-92214536c6a6" providerId="ADAL" clId="{2B60647F-094B-4651-A2BD-13DD3D5E3720}" dt="2024-08-23T15:19:49.941" v="1952" actId="20577"/>
          <ac:spMkLst>
            <pc:docMk/>
            <pc:sldMk cId="3647557150" sldId="306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3T14:49:38.560" v="1792" actId="1076"/>
          <ac:graphicFrameMkLst>
            <pc:docMk/>
            <pc:sldMk cId="3647557150" sldId="306"/>
            <ac:graphicFrameMk id="2" creationId="{46CE5430-8B98-D0D8-33AA-9214DDBF725A}"/>
          </ac:graphicFrameMkLst>
        </pc:graphicFrameChg>
        <pc:picChg chg="del">
          <ac:chgData name="Tưởng Việt Quân (VF-VPTXVF5-34-CTXVFe34)" userId="c95d1d9d-0d7c-49ab-9397-92214536c6a6" providerId="ADAL" clId="{2B60647F-094B-4651-A2BD-13DD3D5E3720}" dt="2024-08-23T14:10:35.289" v="1682" actId="478"/>
          <ac:picMkLst>
            <pc:docMk/>
            <pc:sldMk cId="3647557150" sldId="306"/>
            <ac:picMk id="3" creationId="{BB73FCD3-7164-C7A4-BA3A-BEF5DCF12B26}"/>
          </ac:picMkLst>
        </pc:picChg>
        <pc:picChg chg="del mod">
          <ac:chgData name="Tưởng Việt Quân (VF-VPTXVF5-34-CTXVFe34)" userId="c95d1d9d-0d7c-49ab-9397-92214536c6a6" providerId="ADAL" clId="{2B60647F-094B-4651-A2BD-13DD3D5E3720}" dt="2024-08-23T14:10:36.311" v="1684" actId="478"/>
          <ac:picMkLst>
            <pc:docMk/>
            <pc:sldMk cId="3647557150" sldId="306"/>
            <ac:picMk id="10" creationId="{A6766F8E-2AAB-E277-BD8F-590E86070338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14:10:34.586" v="1681" actId="478"/>
          <ac:picMkLst>
            <pc:docMk/>
            <pc:sldMk cId="3647557150" sldId="306"/>
            <ac:picMk id="11" creationId="{5CA05E28-9C0B-A699-8830-427137E10A5E}"/>
          </ac:picMkLst>
        </pc:picChg>
      </pc:sldChg>
      <pc:sldChg chg="addSp delSp modSp add mod setBg delDesignElem">
        <pc:chgData name="Tưởng Việt Quân (VF-VPTXVF5-34-CTXVFe34)" userId="c95d1d9d-0d7c-49ab-9397-92214536c6a6" providerId="ADAL" clId="{2B60647F-094B-4651-A2BD-13DD3D5E3720}" dt="2024-08-26T08:14:42.218" v="5003" actId="1076"/>
        <pc:sldMkLst>
          <pc:docMk/>
          <pc:sldMk cId="3400989009" sldId="317"/>
        </pc:sldMkLst>
        <pc:spChg chg="add mod">
          <ac:chgData name="Tưởng Việt Quân (VF-VPTXVF5-34-CTXVFe34)" userId="c95d1d9d-0d7c-49ab-9397-92214536c6a6" providerId="ADAL" clId="{2B60647F-094B-4651-A2BD-13DD3D5E3720}" dt="2024-08-23T14:59:33.666" v="1820"/>
          <ac:spMkLst>
            <pc:docMk/>
            <pc:sldMk cId="3400989009" sldId="317"/>
            <ac:spMk id="3" creationId="{0FDCF558-D514-89C0-88C8-8DEF02774DBA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5T07:07:59.104" v="2549" actId="207"/>
          <ac:spMkLst>
            <pc:docMk/>
            <pc:sldMk cId="3400989009" sldId="317"/>
            <ac:spMk id="6" creationId="{00000000-0008-0000-0600-000004000000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2:48:15.841" v="2075"/>
          <ac:spMkLst>
            <pc:docMk/>
            <pc:sldMk cId="3400989009" sldId="317"/>
            <ac:spMk id="7" creationId="{00000000-0008-0000-0600-000004000000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2:48:17.305" v="2077"/>
          <ac:spMkLst>
            <pc:docMk/>
            <pc:sldMk cId="3400989009" sldId="317"/>
            <ac:spMk id="8" creationId="{00000000-0008-0000-0600-000004000000}"/>
          </ac:spMkLst>
        </pc:spChg>
        <pc:spChg chg="del">
          <ac:chgData name="Tưởng Việt Quân (VF-VPTXVF5-34-CTXVFe34)" userId="c95d1d9d-0d7c-49ab-9397-92214536c6a6" providerId="ADAL" clId="{2B60647F-094B-4651-A2BD-13DD3D5E3720}" dt="2024-08-23T11:32:04.550" v="1496"/>
          <ac:spMkLst>
            <pc:docMk/>
            <pc:sldMk cId="3400989009" sldId="317"/>
            <ac:spMk id="9" creationId="{04812C46-200A-4DEB-A05E-3ED6C68C2387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6T03:25:05.971" v="2685"/>
          <ac:spMkLst>
            <pc:docMk/>
            <pc:sldMk cId="3400989009" sldId="317"/>
            <ac:spMk id="9" creationId="{9D6DC8B3-B8A6-B879-291E-ECA496BF41CE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6T05:11:24.945" v="3434"/>
          <ac:spMkLst>
            <pc:docMk/>
            <pc:sldMk cId="3400989009" sldId="317"/>
            <ac:spMk id="10" creationId="{9167F2AA-4DC5-520B-398F-345A32B87948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29:36.617" v="2432" actId="478"/>
          <ac:spMkLst>
            <pc:docMk/>
            <pc:sldMk cId="3400989009" sldId="317"/>
            <ac:spMk id="11" creationId="{A926BE28-1BC0-B92E-9D67-63A148274CC2}"/>
          </ac:spMkLst>
        </pc:spChg>
        <pc:spChg chg="del">
          <ac:chgData name="Tưởng Việt Quân (VF-VPTXVF5-34-CTXVFe34)" userId="c95d1d9d-0d7c-49ab-9397-92214536c6a6" providerId="ADAL" clId="{2B60647F-094B-4651-A2BD-13DD3D5E3720}" dt="2024-08-23T11:32:04.550" v="1496"/>
          <ac:spMkLst>
            <pc:docMk/>
            <pc:sldMk cId="3400989009" sldId="317"/>
            <ac:spMk id="11" creationId="{D1EA859B-E555-4109-94F3-6700E046E008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29:38.083" v="2433"/>
          <ac:spMkLst>
            <pc:docMk/>
            <pc:sldMk cId="3400989009" sldId="317"/>
            <ac:spMk id="12" creationId="{7AE32210-9B0A-98BF-0720-6F68A4D71CBB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6T05:11:24.678" v="3433" actId="478"/>
          <ac:spMkLst>
            <pc:docMk/>
            <pc:sldMk cId="3400989009" sldId="317"/>
            <ac:spMk id="13" creationId="{D3FE58C1-0DB9-4027-1387-DC3D4D4419D1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3:43:06.425" v="2883" actId="113"/>
          <ac:spMkLst>
            <pc:docMk/>
            <pc:sldMk cId="3400989009" sldId="317"/>
            <ac:spMk id="21" creationId="{EE320B26-C8C6-F275-8FCB-49DE042A259D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6:26:10.105" v="3775" actId="113"/>
          <ac:spMkLst>
            <pc:docMk/>
            <pc:sldMk cId="3400989009" sldId="317"/>
            <ac:spMk id="22" creationId="{85B5C519-090F-DB27-C900-9342F27D8A33}"/>
          </ac:spMkLst>
        </pc:spChg>
        <pc:graphicFrameChg chg="add del mod">
          <ac:chgData name="Tưởng Việt Quân (VF-VPTXVF5-34-CTXVFe34)" userId="c95d1d9d-0d7c-49ab-9397-92214536c6a6" providerId="ADAL" clId="{2B60647F-094B-4651-A2BD-13DD3D5E3720}" dt="2024-08-24T09:57:42.405" v="2052" actId="478"/>
          <ac:graphicFrameMkLst>
            <pc:docMk/>
            <pc:sldMk cId="3400989009" sldId="317"/>
            <ac:graphicFrameMk id="2" creationId="{00000000-0008-0000-0600-000002000000}"/>
          </ac:graphicFrameMkLst>
        </pc:graphicFrameChg>
        <pc:graphicFrameChg chg="add mod">
          <ac:chgData name="Tưởng Việt Quân (VF-VPTXVF5-34-CTXVFe34)" userId="c95d1d9d-0d7c-49ab-9397-92214536c6a6" providerId="ADAL" clId="{2B60647F-094B-4651-A2BD-13DD3D5E3720}" dt="2024-08-26T08:14:12.352" v="4997"/>
          <ac:graphicFrameMkLst>
            <pc:docMk/>
            <pc:sldMk cId="3400989009" sldId="317"/>
            <ac:graphicFrameMk id="11" creationId="{DF4A7BD0-709E-311D-0BA7-95627295D403}"/>
          </ac:graphicFrameMkLst>
        </pc:graphicFrameChg>
        <pc:picChg chg="del">
          <ac:chgData name="Tưởng Việt Quân (VF-VPTXVF5-34-CTXVFe34)" userId="c95d1d9d-0d7c-49ab-9397-92214536c6a6" providerId="ADAL" clId="{2B60647F-094B-4651-A2BD-13DD3D5E3720}" dt="2024-08-23T11:41:59.181" v="1643" actId="478"/>
          <ac:picMkLst>
            <pc:docMk/>
            <pc:sldMk cId="3400989009" sldId="317"/>
            <ac:picMk id="2" creationId="{B4219384-3FED-9CB0-87FB-F8BA262064E6}"/>
          </ac:picMkLst>
        </pc:picChg>
        <pc:picChg chg="add del mod ord">
          <ac:chgData name="Tưởng Việt Quân (VF-VPTXVF5-34-CTXVFe34)" userId="c95d1d9d-0d7c-49ab-9397-92214536c6a6" providerId="ADAL" clId="{2B60647F-094B-4651-A2BD-13DD3D5E3720}" dt="2024-08-26T03:15:22.647" v="2589" actId="478"/>
          <ac:picMkLst>
            <pc:docMk/>
            <pc:sldMk cId="3400989009" sldId="317"/>
            <ac:picMk id="4" creationId="{0AB979BD-71D0-3864-9EC2-D7C471CAE86F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12:11:59.981" v="2056" actId="478"/>
          <ac:picMkLst>
            <pc:docMk/>
            <pc:sldMk cId="3400989009" sldId="317"/>
            <ac:picMk id="5" creationId="{ACEBF283-A4FE-D074-5BA6-F4EAD5B148FA}"/>
          </ac:picMkLst>
        </pc:picChg>
        <pc:picChg chg="add del mod ord">
          <ac:chgData name="Tưởng Việt Quân (VF-VPTXVF5-34-CTXVFe34)" userId="c95d1d9d-0d7c-49ab-9397-92214536c6a6" providerId="ADAL" clId="{2B60647F-094B-4651-A2BD-13DD3D5E3720}" dt="2024-08-26T08:14:04.980" v="4992" actId="478"/>
          <ac:picMkLst>
            <pc:docMk/>
            <pc:sldMk cId="3400989009" sldId="317"/>
            <ac:picMk id="7" creationId="{D080520F-E456-C5D5-BBFD-89677E1D0103}"/>
          </ac:picMkLst>
        </pc:picChg>
        <pc:picChg chg="add del mod ord">
          <ac:chgData name="Tưởng Việt Quân (VF-VPTXVF5-34-CTXVFe34)" userId="c95d1d9d-0d7c-49ab-9397-92214536c6a6" providerId="ADAL" clId="{2B60647F-094B-4651-A2BD-13DD3D5E3720}" dt="2024-08-25T07:06:57.040" v="2524" actId="478"/>
          <ac:picMkLst>
            <pc:docMk/>
            <pc:sldMk cId="3400989009" sldId="317"/>
            <ac:picMk id="10" creationId="{C6DFCC42-5863-17B3-A990-B629119E177E}"/>
          </ac:picMkLst>
        </pc:picChg>
        <pc:picChg chg="add mod ord modCrop">
          <ac:chgData name="Tưởng Việt Quân (VF-VPTXVF5-34-CTXVFe34)" userId="c95d1d9d-0d7c-49ab-9397-92214536c6a6" providerId="ADAL" clId="{2B60647F-094B-4651-A2BD-13DD3D5E3720}" dt="2024-08-26T08:14:42.218" v="5003" actId="1076"/>
          <ac:picMkLst>
            <pc:docMk/>
            <pc:sldMk cId="3400989009" sldId="317"/>
            <ac:picMk id="14" creationId="{A6082359-2F3D-E583-A782-9D4F03B3BD98}"/>
          </ac:picMkLst>
        </pc:picChg>
        <pc:picChg chg="add">
          <ac:chgData name="Tưởng Việt Quân (VF-VPTXVF5-34-CTXVFe34)" userId="c95d1d9d-0d7c-49ab-9397-92214536c6a6" providerId="ADAL" clId="{2B60647F-094B-4651-A2BD-13DD3D5E3720}" dt="2024-08-24T12:24:12.146" v="2057"/>
          <ac:picMkLst>
            <pc:docMk/>
            <pc:sldMk cId="3400989009" sldId="317"/>
            <ac:picMk id="1026" creationId="{947866C2-4BB2-BEAA-9832-7C27B5821C5E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4T12:26:55.329" v="2071" actId="478"/>
          <ac:picMkLst>
            <pc:docMk/>
            <pc:sldMk cId="3400989009" sldId="317"/>
            <ac:picMk id="1028" creationId="{63DAA2DF-88B1-2757-625F-9D75D296C797}"/>
          </ac:picMkLst>
        </pc:picChg>
      </pc:sldChg>
      <pc:sldChg chg="addSp delSp modSp add mod setBg delDesignElem">
        <pc:chgData name="Tưởng Việt Quân (VF-VPTXVF5-34-CTXVFe34)" userId="c95d1d9d-0d7c-49ab-9397-92214536c6a6" providerId="ADAL" clId="{2B60647F-094B-4651-A2BD-13DD3D5E3720}" dt="2024-08-26T08:26:07.253" v="5047" actId="1076"/>
        <pc:sldMkLst>
          <pc:docMk/>
          <pc:sldMk cId="4190959572" sldId="319"/>
        </pc:sldMkLst>
        <pc:spChg chg="add mod">
          <ac:chgData name="Tưởng Việt Quân (VF-VPTXVF5-34-CTXVFe34)" userId="c95d1d9d-0d7c-49ab-9397-92214536c6a6" providerId="ADAL" clId="{2B60647F-094B-4651-A2BD-13DD3D5E3720}" dt="2024-08-23T14:59:15.076" v="1817"/>
          <ac:spMkLst>
            <pc:docMk/>
            <pc:sldMk cId="4190959572" sldId="319"/>
            <ac:spMk id="3" creationId="{46FDE216-C792-6EF1-759F-B52C420B7A8F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26:13.114" v="2353" actId="571"/>
          <ac:spMkLst>
            <pc:docMk/>
            <pc:sldMk cId="4190959572" sldId="319"/>
            <ac:spMk id="5" creationId="{25B1F31E-41F0-515B-E4B2-38D35BAD49FE}"/>
          </ac:spMkLst>
        </pc:spChg>
        <pc:spChg chg="mod">
          <ac:chgData name="Tưởng Việt Quân (VF-VPTXVF5-34-CTXVFe34)" userId="c95d1d9d-0d7c-49ab-9397-92214536c6a6" providerId="ADAL" clId="{2B60647F-094B-4651-A2BD-13DD3D5E3720}" dt="2024-08-24T08:24:13.432" v="2021" actId="1076"/>
          <ac:spMkLst>
            <pc:docMk/>
            <pc:sldMk cId="4190959572" sldId="319"/>
            <ac:spMk id="6" creationId="{CA3C3606-FB88-7BF7-688A-F0C736E64D9F}"/>
          </ac:spMkLst>
        </pc:spChg>
        <pc:spChg chg="mod">
          <ac:chgData name="Tưởng Việt Quân (VF-VPTXVF5-34-CTXVFe34)" userId="c95d1d9d-0d7c-49ab-9397-92214536c6a6" providerId="ADAL" clId="{2B60647F-094B-4651-A2BD-13DD3D5E3720}" dt="2024-08-24T08:25:09.999" v="2031" actId="1076"/>
          <ac:spMkLst>
            <pc:docMk/>
            <pc:sldMk cId="4190959572" sldId="319"/>
            <ac:spMk id="7" creationId="{9F7D9283-BB8F-BB7A-B68C-3B567F0D040A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29:33.817" v="2431" actId="478"/>
          <ac:spMkLst>
            <pc:docMk/>
            <pc:sldMk cId="4190959572" sldId="319"/>
            <ac:spMk id="8" creationId="{E3513A6A-C708-DD41-D8E8-A35CCBD7C4A1}"/>
          </ac:spMkLst>
        </pc:spChg>
        <pc:spChg chg="del">
          <ac:chgData name="Tưởng Việt Quân (VF-VPTXVF5-34-CTXVFe34)" userId="c95d1d9d-0d7c-49ab-9397-92214536c6a6" providerId="ADAL" clId="{2B60647F-094B-4651-A2BD-13DD3D5E3720}" dt="2024-08-23T11:31:22.986" v="1476"/>
          <ac:spMkLst>
            <pc:docMk/>
            <pc:sldMk cId="4190959572" sldId="319"/>
            <ac:spMk id="9" creationId="{664E23E2-7440-4E36-A67B-0F88C5F7E185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6T05:11:28.932" v="3435" actId="478"/>
          <ac:spMkLst>
            <pc:docMk/>
            <pc:sldMk cId="4190959572" sldId="319"/>
            <ac:spMk id="9" creationId="{8FD077DE-967C-5EE6-C900-716011BFA799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26:10.732" v="2352" actId="1076"/>
          <ac:spMkLst>
            <pc:docMk/>
            <pc:sldMk cId="4190959572" sldId="319"/>
            <ac:spMk id="10" creationId="{7A4122A1-6D3A-29E8-5AB9-CDA7F2DF7D2F}"/>
          </ac:spMkLst>
        </pc:spChg>
        <pc:spChg chg="del">
          <ac:chgData name="Tưởng Việt Quân (VF-VPTXVF5-34-CTXVFe34)" userId="c95d1d9d-0d7c-49ab-9397-92214536c6a6" providerId="ADAL" clId="{2B60647F-094B-4651-A2BD-13DD3D5E3720}" dt="2024-08-23T11:31:22.986" v="1476"/>
          <ac:spMkLst>
            <pc:docMk/>
            <pc:sldMk cId="4190959572" sldId="319"/>
            <ac:spMk id="11" creationId="{B06949AE-010D-4C18-8AED-7872085ADD57}"/>
          </ac:spMkLst>
        </pc:spChg>
        <pc:spChg chg="del">
          <ac:chgData name="Tưởng Việt Quân (VF-VPTXVF5-34-CTXVFe34)" userId="c95d1d9d-0d7c-49ab-9397-92214536c6a6" providerId="ADAL" clId="{2B60647F-094B-4651-A2BD-13DD3D5E3720}" dt="2024-08-23T11:31:22.986" v="1476"/>
          <ac:spMkLst>
            <pc:docMk/>
            <pc:sldMk cId="4190959572" sldId="319"/>
            <ac:spMk id="13" creationId="{FE54AADB-50C7-4293-94C0-27361A32B8CF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4T08:25:49.336" v="2038" actId="478"/>
          <ac:spMkLst>
            <pc:docMk/>
            <pc:sldMk cId="4190959572" sldId="319"/>
            <ac:spMk id="15" creationId="{305BAA0A-818A-3FBB-4FC5-96648587143C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4T16:26:03.740" v="2350" actId="478"/>
          <ac:spMkLst>
            <pc:docMk/>
            <pc:sldMk cId="4190959572" sldId="319"/>
            <ac:spMk id="16" creationId="{F191A727-F2C6-36A7-6F30-F560EF9BF5A7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6T05:11:29.466" v="3436"/>
          <ac:spMkLst>
            <pc:docMk/>
            <pc:sldMk cId="4190959572" sldId="319"/>
            <ac:spMk id="20" creationId="{BCC98F9D-7FFB-02E8-96EA-6E6FE49C5201}"/>
          </ac:spMkLst>
        </pc:spChg>
        <pc:graphicFrameChg chg="add del mod">
          <ac:chgData name="Tưởng Việt Quân (VF-VPTXVF5-34-CTXVFe34)" userId="c95d1d9d-0d7c-49ab-9397-92214536c6a6" providerId="ADAL" clId="{2B60647F-094B-4651-A2BD-13DD3D5E3720}" dt="2024-08-24T08:17:07.390" v="2003" actId="478"/>
          <ac:graphicFrameMkLst>
            <pc:docMk/>
            <pc:sldMk cId="4190959572" sldId="319"/>
            <ac:graphicFrameMk id="4" creationId="{CB28BF2F-1A55-016E-1A55-BF2A58533961}"/>
          </ac:graphicFrameMkLst>
        </pc:graphicFrameChg>
        <pc:picChg chg="del mod">
          <ac:chgData name="Tưởng Việt Quân (VF-VPTXVF5-34-CTXVFe34)" userId="c95d1d9d-0d7c-49ab-9397-92214536c6a6" providerId="ADAL" clId="{2B60647F-094B-4651-A2BD-13DD3D5E3720}" dt="2024-08-23T11:31:45.663" v="1494" actId="478"/>
          <ac:picMkLst>
            <pc:docMk/>
            <pc:sldMk cId="4190959572" sldId="319"/>
            <ac:picMk id="2" creationId="{68BB109D-B860-BD62-64FA-B720A46795BC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2:27:00.584" v="2072" actId="478"/>
          <ac:picMkLst>
            <pc:docMk/>
            <pc:sldMk cId="4190959572" sldId="319"/>
            <ac:picMk id="2" creationId="{BDF007C8-D6C8-4100-4D11-A1CF31BD4C0B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3:12:52.840" v="2576" actId="478"/>
          <ac:picMkLst>
            <pc:docMk/>
            <pc:sldMk cId="4190959572" sldId="319"/>
            <ac:picMk id="4" creationId="{7C6C5DC0-8090-5E91-D7A7-08F4DF4CC4FB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2:27:01.040" v="2073" actId="478"/>
          <ac:picMkLst>
            <pc:docMk/>
            <pc:sldMk cId="4190959572" sldId="319"/>
            <ac:picMk id="4" creationId="{E04940C1-3C8B-AD96-C9A1-C2527D331B00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08:25:13.135" v="2032" actId="478"/>
          <ac:picMkLst>
            <pc:docMk/>
            <pc:sldMk cId="4190959572" sldId="319"/>
            <ac:picMk id="8" creationId="{6D1569F4-2EE2-2AF4-A9D2-368DB3ABE205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3:13:10.333" v="2582" actId="478"/>
          <ac:picMkLst>
            <pc:docMk/>
            <pc:sldMk cId="4190959572" sldId="319"/>
            <ac:picMk id="11" creationId="{AA588E2E-5D32-7C0E-BE6E-B29B21AD41F3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4T08:26:21.421" v="2044" actId="1076"/>
          <ac:picMkLst>
            <pc:docMk/>
            <pc:sldMk cId="4190959572" sldId="319"/>
            <ac:picMk id="12" creationId="{4304F15F-056B-C1BD-8413-D672F6562F30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3:37:13.875" v="2777" actId="478"/>
          <ac:picMkLst>
            <pc:docMk/>
            <pc:sldMk cId="4190959572" sldId="319"/>
            <ac:picMk id="13" creationId="{D3E5CB08-B32B-8211-8D59-578DD8A4EE62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3T11:31:44.944" v="1493" actId="478"/>
          <ac:picMkLst>
            <pc:docMk/>
            <pc:sldMk cId="4190959572" sldId="319"/>
            <ac:picMk id="14" creationId="{B47CD3DB-370C-46B1-51D3-EBCA4E95A76E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3:56:56.282" v="2884" actId="478"/>
          <ac:picMkLst>
            <pc:docMk/>
            <pc:sldMk cId="4190959572" sldId="319"/>
            <ac:picMk id="15" creationId="{DBFA6B90-2278-A420-8EE6-EFA06E7ACCE2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4:10:28.533" v="2892" actId="478"/>
          <ac:picMkLst>
            <pc:docMk/>
            <pc:sldMk cId="4190959572" sldId="319"/>
            <ac:picMk id="17" creationId="{83FC87E1-61FC-9FF2-1B0A-C0CCAA9FCF35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4:10:27.797" v="2891" actId="478"/>
          <ac:picMkLst>
            <pc:docMk/>
            <pc:sldMk cId="4190959572" sldId="319"/>
            <ac:picMk id="19" creationId="{7A44681A-A68E-6B60-F64F-866FBD70D954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8:20:26.348" v="5010" actId="14100"/>
          <ac:picMkLst>
            <pc:docMk/>
            <pc:sldMk cId="4190959572" sldId="319"/>
            <ac:picMk id="22" creationId="{0FBD5697-CB8D-1DCC-C68A-D11EF7216BBA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8:25:57.264" v="5042" actId="478"/>
          <ac:picMkLst>
            <pc:docMk/>
            <pc:sldMk cId="4190959572" sldId="319"/>
            <ac:picMk id="24" creationId="{C1B78C46-D3EC-E046-2CD4-8DC9F54F833F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8:26:07.253" v="5047" actId="1076"/>
          <ac:picMkLst>
            <pc:docMk/>
            <pc:sldMk cId="4190959572" sldId="319"/>
            <ac:picMk id="26" creationId="{72306DA2-C19C-D762-AB8B-7C0D33E72F67}"/>
          </ac:picMkLst>
        </pc:picChg>
      </pc:sldChg>
      <pc:sldChg chg="addSp delSp modSp mod setBg">
        <pc:chgData name="Tưởng Việt Quân (VF-VPTXVF5-34-CTXVFe34)" userId="c95d1d9d-0d7c-49ab-9397-92214536c6a6" providerId="ADAL" clId="{2B60647F-094B-4651-A2BD-13DD3D5E3720}" dt="2024-08-26T05:11:35.228" v="3439"/>
        <pc:sldMkLst>
          <pc:docMk/>
          <pc:sldMk cId="3906677449" sldId="321"/>
        </pc:sldMkLst>
        <pc:spChg chg="add mod">
          <ac:chgData name="Tưởng Việt Quân (VF-VPTXVF5-34-CTXVFe34)" userId="c95d1d9d-0d7c-49ab-9397-92214536c6a6" providerId="ADAL" clId="{2B60647F-094B-4651-A2BD-13DD3D5E3720}" dt="2024-08-23T14:14:12.076" v="1764" actId="20577"/>
          <ac:spMkLst>
            <pc:docMk/>
            <pc:sldMk cId="3906677449" sldId="321"/>
            <ac:spMk id="2" creationId="{D785D28F-A928-A6C2-7535-B77DAB7FD9F2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6T05:11:35.228" v="3439"/>
          <ac:spMkLst>
            <pc:docMk/>
            <pc:sldMk cId="3906677449" sldId="321"/>
            <ac:spMk id="3" creationId="{A02CBA08-8BE0-794E-686A-62BD94BF00ED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29:47.094" v="2435" actId="478"/>
          <ac:spMkLst>
            <pc:docMk/>
            <pc:sldMk cId="3906677449" sldId="321"/>
            <ac:spMk id="3" creationId="{B18F3533-5478-FCE3-2C33-5727C63DC0F1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6T05:11:34.975" v="3438" actId="478"/>
          <ac:spMkLst>
            <pc:docMk/>
            <pc:sldMk cId="3906677449" sldId="321"/>
            <ac:spMk id="4" creationId="{CA7246D1-9F9E-FF87-61DB-B0E6DA1E6DDC}"/>
          </ac:spMkLst>
        </pc:spChg>
        <pc:spChg chg="mod">
          <ac:chgData name="Tưởng Việt Quân (VF-VPTXVF5-34-CTXVFe34)" userId="c95d1d9d-0d7c-49ab-9397-92214536c6a6" providerId="ADAL" clId="{2B60647F-094B-4651-A2BD-13DD3D5E3720}" dt="2024-08-24T16:25:46.499" v="2348" actId="20577"/>
          <ac:spMkLst>
            <pc:docMk/>
            <pc:sldMk cId="3906677449" sldId="321"/>
            <ac:spMk id="5" creationId="{BB8952C5-36C3-AD25-2B41-59153E2EF5F3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4T16:25:56.597" v="2349" actId="1076"/>
          <ac:graphicFrameMkLst>
            <pc:docMk/>
            <pc:sldMk cId="3906677449" sldId="321"/>
            <ac:graphicFrameMk id="6" creationId="{851BEBA7-E3CC-B9F5-32DD-CAA4E07C87C1}"/>
          </ac:graphicFrameMkLst>
        </pc:graphicFrameChg>
      </pc:sldChg>
      <pc:sldChg chg="add del">
        <pc:chgData name="Tưởng Việt Quân (VF-VPTXVF5-34-CTXVFe34)" userId="c95d1d9d-0d7c-49ab-9397-92214536c6a6" providerId="ADAL" clId="{2B60647F-094B-4651-A2BD-13DD3D5E3720}" dt="2024-08-23T15:17:30.972" v="1908" actId="47"/>
        <pc:sldMkLst>
          <pc:docMk/>
          <pc:sldMk cId="1932766905" sldId="323"/>
        </pc:sldMkLst>
      </pc:sldChg>
      <pc:sldChg chg="modSp add del mod">
        <pc:chgData name="Tưởng Việt Quân (VF-VPTXVF5-34-CTXVFe34)" userId="c95d1d9d-0d7c-49ab-9397-92214536c6a6" providerId="ADAL" clId="{2B60647F-094B-4651-A2BD-13DD3D5E3720}" dt="2024-08-24T16:24:07.188" v="2314" actId="47"/>
        <pc:sldMkLst>
          <pc:docMk/>
          <pc:sldMk cId="2254744420" sldId="323"/>
        </pc:sldMkLst>
        <pc:spChg chg="mod">
          <ac:chgData name="Tưởng Việt Quân (VF-VPTXVF5-34-CTXVFe34)" userId="c95d1d9d-0d7c-49ab-9397-92214536c6a6" providerId="ADAL" clId="{2B60647F-094B-4651-A2BD-13DD3D5E3720}" dt="2024-08-23T15:18:29.751" v="1948" actId="20577"/>
          <ac:spMkLst>
            <pc:docMk/>
            <pc:sldMk cId="2254744420" sldId="323"/>
            <ac:spMk id="6" creationId="{FED672FB-339A-4CF9-5FB9-BD1BA18616AC}"/>
          </ac:spMkLst>
        </pc:spChg>
      </pc:sldChg>
      <pc:sldChg chg="addSp delSp modSp add mod setBg">
        <pc:chgData name="Tưởng Việt Quân (VF-VPTXVF5-34-CTXVFe34)" userId="c95d1d9d-0d7c-49ab-9397-92214536c6a6" providerId="ADAL" clId="{2B60647F-094B-4651-A2BD-13DD3D5E3720}" dt="2024-08-26T08:26:55.450" v="5095" actId="20577"/>
        <pc:sldMkLst>
          <pc:docMk/>
          <pc:sldMk cId="4103534744" sldId="324"/>
        </pc:sldMkLst>
        <pc:spChg chg="del">
          <ac:chgData name="Tưởng Việt Quân (VF-VPTXVF5-34-CTXVFe34)" userId="c95d1d9d-0d7c-49ab-9397-92214536c6a6" providerId="ADAL" clId="{2B60647F-094B-4651-A2BD-13DD3D5E3720}" dt="2024-08-24T16:29:42.483" v="2434" actId="478"/>
          <ac:spMkLst>
            <pc:docMk/>
            <pc:sldMk cId="4103534744" sldId="324"/>
            <ac:spMk id="3" creationId="{B6A7FF2A-F1BE-C42D-0646-BACF2F9C760E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6T05:11:20.432" v="3431" actId="478"/>
          <ac:spMkLst>
            <pc:docMk/>
            <pc:sldMk cId="4103534744" sldId="324"/>
            <ac:spMk id="5" creationId="{B875C899-8E67-4F72-212C-D176423F4958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4:11:03.977" v="2929" actId="20577"/>
          <ac:spMkLst>
            <pc:docMk/>
            <pc:sldMk cId="4103534744" sldId="324"/>
            <ac:spMk id="6" creationId="{FED672FB-339A-4CF9-5FB9-BD1BA18616AC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6T05:11:20.763" v="3432"/>
          <ac:spMkLst>
            <pc:docMk/>
            <pc:sldMk cId="4103534744" sldId="324"/>
            <ac:spMk id="10" creationId="{DF1CDA63-00B2-2379-D6E0-3DA252A35556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26:55.450" v="5095" actId="20577"/>
          <ac:graphicFrameMkLst>
            <pc:docMk/>
            <pc:sldMk cId="4103534744" sldId="324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4:23:11.692" v="2961" actId="1076"/>
          <ac:picMkLst>
            <pc:docMk/>
            <pc:sldMk cId="4103534744" sldId="324"/>
            <ac:picMk id="7" creationId="{5ECACD28-6974-6733-9A67-F2DE4F1A1483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4:48:44.487" v="3162" actId="14100"/>
          <ac:picMkLst>
            <pc:docMk/>
            <pc:sldMk cId="4103534744" sldId="324"/>
            <ac:picMk id="9" creationId="{5D81EDB6-AB1B-CD5B-766A-39243EF3B884}"/>
          </ac:picMkLst>
        </pc:picChg>
      </pc:sldChg>
      <pc:sldChg chg="addSp delSp modSp add mod setBg">
        <pc:chgData name="Tưởng Việt Quân (VF-VPTXVF5-34-CTXVFe34)" userId="c95d1d9d-0d7c-49ab-9397-92214536c6a6" providerId="ADAL" clId="{2B60647F-094B-4651-A2BD-13DD3D5E3720}" dt="2024-08-24T16:33:43.760" v="2521" actId="1076"/>
        <pc:sldMkLst>
          <pc:docMk/>
          <pc:sldMk cId="1536751945" sldId="325"/>
        </pc:sldMkLst>
        <pc:spChg chg="del">
          <ac:chgData name="Tưởng Việt Quân (VF-VPTXVF5-34-CTXVFe34)" userId="c95d1d9d-0d7c-49ab-9397-92214536c6a6" providerId="ADAL" clId="{2B60647F-094B-4651-A2BD-13DD3D5E3720}" dt="2024-08-24T16:29:15.280" v="2430" actId="478"/>
          <ac:spMkLst>
            <pc:docMk/>
            <pc:sldMk cId="1536751945" sldId="325"/>
            <ac:spMk id="24" creationId="{1FAAF0B9-0ECB-9CEC-C6CC-29C043D04294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31:58.381" v="2482"/>
          <ac:spMkLst>
            <pc:docMk/>
            <pc:sldMk cId="1536751945" sldId="325"/>
            <ac:spMk id="26" creationId="{E777E34D-F208-B5BC-D75A-F33775D29E4A}"/>
          </ac:spMkLst>
        </pc:spChg>
        <pc:grpChg chg="del">
          <ac:chgData name="Tưởng Việt Quân (VF-VPTXVF5-34-CTXVFe34)" userId="c95d1d9d-0d7c-49ab-9397-92214536c6a6" providerId="ADAL" clId="{2B60647F-094B-4651-A2BD-13DD3D5E3720}" dt="2024-08-24T13:46:23.354" v="2093" actId="478"/>
          <ac:grpSpMkLst>
            <pc:docMk/>
            <pc:sldMk cId="1536751945" sldId="325"/>
            <ac:grpSpMk id="33" creationId="{E4CEBDDB-7BC8-9C10-FB09-7E75B8E45283}"/>
          </ac:grpSpMkLst>
        </pc:grpChg>
        <pc:graphicFrameChg chg="mod ord modGraphic">
          <ac:chgData name="Tưởng Việt Quân (VF-VPTXVF5-34-CTXVFe34)" userId="c95d1d9d-0d7c-49ab-9397-92214536c6a6" providerId="ADAL" clId="{2B60647F-094B-4651-A2BD-13DD3D5E3720}" dt="2024-08-24T16:33:43.760" v="2521" actId="1076"/>
          <ac:graphicFrameMkLst>
            <pc:docMk/>
            <pc:sldMk cId="1536751945" sldId="325"/>
            <ac:graphicFrameMk id="4" creationId="{A53BCDFA-1F5F-1E68-219F-F818DCE888DB}"/>
          </ac:graphicFrameMkLst>
        </pc:graphicFrameChg>
        <pc:picChg chg="add mod ord">
          <ac:chgData name="Tưởng Việt Quân (VF-VPTXVF5-34-CTXVFe34)" userId="c95d1d9d-0d7c-49ab-9397-92214536c6a6" providerId="ADAL" clId="{2B60647F-094B-4651-A2BD-13DD3D5E3720}" dt="2024-08-24T16:33:43.760" v="2521" actId="1076"/>
          <ac:picMkLst>
            <pc:docMk/>
            <pc:sldMk cId="1536751945" sldId="325"/>
            <ac:picMk id="3" creationId="{DBD37265-91F6-EA72-C859-305690A6D888}"/>
          </ac:picMkLst>
        </pc:picChg>
        <pc:picChg chg="add mod ord">
          <ac:chgData name="Tưởng Việt Quân (VF-VPTXVF5-34-CTXVFe34)" userId="c95d1d9d-0d7c-49ab-9397-92214536c6a6" providerId="ADAL" clId="{2B60647F-094B-4651-A2BD-13DD3D5E3720}" dt="2024-08-24T16:33:43.760" v="2521" actId="1076"/>
          <ac:picMkLst>
            <pc:docMk/>
            <pc:sldMk cId="1536751945" sldId="325"/>
            <ac:picMk id="5" creationId="{FC908456-A894-4C23-AC5A-0442F8666776}"/>
          </ac:picMkLst>
        </pc:picChg>
        <pc:picChg chg="add mod ord">
          <ac:chgData name="Tưởng Việt Quân (VF-VPTXVF5-34-CTXVFe34)" userId="c95d1d9d-0d7c-49ab-9397-92214536c6a6" providerId="ADAL" clId="{2B60647F-094B-4651-A2BD-13DD3D5E3720}" dt="2024-08-24T16:33:43.760" v="2521" actId="1076"/>
          <ac:picMkLst>
            <pc:docMk/>
            <pc:sldMk cId="1536751945" sldId="325"/>
            <ac:picMk id="6" creationId="{21E5874C-61F9-3A51-0E6C-9D3EA9061BD6}"/>
          </ac:picMkLst>
        </pc:picChg>
        <pc:picChg chg="add del mod modCrop">
          <ac:chgData name="Tưởng Việt Quân (VF-VPTXVF5-34-CTXVFe34)" userId="c95d1d9d-0d7c-49ab-9397-92214536c6a6" providerId="ADAL" clId="{2B60647F-094B-4651-A2BD-13DD3D5E3720}" dt="2024-08-24T16:16:52.763" v="2208" actId="478"/>
          <ac:picMkLst>
            <pc:docMk/>
            <pc:sldMk cId="1536751945" sldId="325"/>
            <ac:picMk id="9" creationId="{2B0AFCA1-4D41-0E49-FF52-FD3621E26D89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4T16:16:14.940" v="2196" actId="22"/>
          <ac:picMkLst>
            <pc:docMk/>
            <pc:sldMk cId="1536751945" sldId="325"/>
            <ac:picMk id="11" creationId="{6E5D3C48-4D33-9D15-5B06-1FC2EF457C10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4T16:16:17.298" v="2198" actId="22"/>
          <ac:picMkLst>
            <pc:docMk/>
            <pc:sldMk cId="1536751945" sldId="325"/>
            <ac:picMk id="13" creationId="{B06B0A3E-7759-2877-322C-3A87285FAB13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4T16:16:19.266" v="2200" actId="22"/>
          <ac:picMkLst>
            <pc:docMk/>
            <pc:sldMk cId="1536751945" sldId="325"/>
            <ac:picMk id="15" creationId="{423FDF2D-530C-EDE1-DC46-73B05A09EC1B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4T16:16:23" v="2202" actId="22"/>
          <ac:picMkLst>
            <pc:docMk/>
            <pc:sldMk cId="1536751945" sldId="325"/>
            <ac:picMk id="17" creationId="{0EFB5267-6849-0811-8B3F-A7FA2FC4DF24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3:46:22.976" v="2092" actId="478"/>
          <ac:picMkLst>
            <pc:docMk/>
            <pc:sldMk cId="1536751945" sldId="325"/>
            <ac:picMk id="18" creationId="{00000000-0008-0000-0300-000004020000}"/>
          </ac:picMkLst>
        </pc:picChg>
        <pc:picChg chg="add mod ord">
          <ac:chgData name="Tưởng Việt Quân (VF-VPTXVF5-34-CTXVFe34)" userId="c95d1d9d-0d7c-49ab-9397-92214536c6a6" providerId="ADAL" clId="{2B60647F-094B-4651-A2BD-13DD3D5E3720}" dt="2024-08-24T16:33:43.760" v="2521" actId="1076"/>
          <ac:picMkLst>
            <pc:docMk/>
            <pc:sldMk cId="1536751945" sldId="325"/>
            <ac:picMk id="19" creationId="{5D403D17-9F96-08DE-987A-94375708ADF4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3:46:23.797" v="2094" actId="478"/>
          <ac:picMkLst>
            <pc:docMk/>
            <pc:sldMk cId="1536751945" sldId="325"/>
            <ac:picMk id="21" creationId="{2D097FF5-9ADD-7AD3-0DAA-4C27A858EA6F}"/>
          </ac:picMkLst>
        </pc:picChg>
        <pc:picChg chg="add del mod modCrop">
          <ac:chgData name="Tưởng Việt Quân (VF-VPTXVF5-34-CTXVFe34)" userId="c95d1d9d-0d7c-49ab-9397-92214536c6a6" providerId="ADAL" clId="{2B60647F-094B-4651-A2BD-13DD3D5E3720}" dt="2024-08-24T16:16:52.763" v="2208" actId="478"/>
          <ac:picMkLst>
            <pc:docMk/>
            <pc:sldMk cId="1536751945" sldId="325"/>
            <ac:picMk id="22" creationId="{8045D79C-16D0-136F-1546-1D480057DD1D}"/>
          </ac:picMkLst>
        </pc:picChg>
        <pc:picChg chg="add del mod ord">
          <ac:chgData name="Tưởng Việt Quân (VF-VPTXVF5-34-CTXVFe34)" userId="c95d1d9d-0d7c-49ab-9397-92214536c6a6" providerId="ADAL" clId="{2B60647F-094B-4651-A2BD-13DD3D5E3720}" dt="2024-08-24T16:33:43.760" v="2521" actId="1076"/>
          <ac:picMkLst>
            <pc:docMk/>
            <pc:sldMk cId="1536751945" sldId="325"/>
            <ac:picMk id="25" creationId="{79D8F768-EA6A-C87A-29FB-7C4056426920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3:46:33.737" v="2103" actId="478"/>
          <ac:picMkLst>
            <pc:docMk/>
            <pc:sldMk cId="1536751945" sldId="325"/>
            <ac:picMk id="39" creationId="{9B72BA16-1381-C9C1-104D-ADF94FBEBDD9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3:46:33.298" v="2102" actId="478"/>
          <ac:picMkLst>
            <pc:docMk/>
            <pc:sldMk cId="1536751945" sldId="325"/>
            <ac:picMk id="42" creationId="{AD3028F5-8A5F-173E-C7ED-61EBEACC9B17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13:46:31.319" v="2099" actId="478"/>
          <ac:picMkLst>
            <pc:docMk/>
            <pc:sldMk cId="1536751945" sldId="325"/>
            <ac:picMk id="46" creationId="{EC7BC8FF-DF80-66B2-20A0-25BA0B4C7967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4T16:16:52.763" v="2208" actId="478"/>
          <ac:picMkLst>
            <pc:docMk/>
            <pc:sldMk cId="1536751945" sldId="325"/>
            <ac:picMk id="2050" creationId="{679D30E4-0CEF-28C7-901A-F20FA2A830B6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4T16:14:31.512" v="2153" actId="478"/>
          <ac:picMkLst>
            <pc:docMk/>
            <pc:sldMk cId="1536751945" sldId="325"/>
            <ac:picMk id="2052" creationId="{A44EBFC2-D7B0-10B8-C632-4FCDB35B49E8}"/>
          </ac:picMkLst>
        </pc:picChg>
        <pc:cxnChg chg="del mod">
          <ac:chgData name="Tưởng Việt Quân (VF-VPTXVF5-34-CTXVFe34)" userId="c95d1d9d-0d7c-49ab-9397-92214536c6a6" providerId="ADAL" clId="{2B60647F-094B-4651-A2BD-13DD3D5E3720}" dt="2024-08-24T13:47:21.663" v="2121" actId="478"/>
          <ac:cxnSpMkLst>
            <pc:docMk/>
            <pc:sldMk cId="1536751945" sldId="325"/>
            <ac:cxnSpMk id="27" creationId="{F063A1DC-BB16-80AE-4D0E-E04C57EA82FA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4T13:46:32.796" v="2101" actId="478"/>
          <ac:cxnSpMkLst>
            <pc:docMk/>
            <pc:sldMk cId="1536751945" sldId="325"/>
            <ac:cxnSpMk id="36" creationId="{20C55F03-025E-93B5-A72D-245E46DAB23B}"/>
          </ac:cxnSpMkLst>
        </pc:cxnChg>
        <pc:cxnChg chg="del">
          <ac:chgData name="Tưởng Việt Quân (VF-VPTXVF5-34-CTXVFe34)" userId="c95d1d9d-0d7c-49ab-9397-92214536c6a6" providerId="ADAL" clId="{2B60647F-094B-4651-A2BD-13DD3D5E3720}" dt="2024-08-24T13:46:32.058" v="2100" actId="478"/>
          <ac:cxnSpMkLst>
            <pc:docMk/>
            <pc:sldMk cId="1536751945" sldId="325"/>
            <ac:cxnSpMk id="47" creationId="{9F52DFDA-7C4C-498B-332A-9AC8F97BC6C8}"/>
          </ac:cxnSpMkLst>
        </pc:cxnChg>
      </pc:sldChg>
      <pc:sldChg chg="add del">
        <pc:chgData name="Tưởng Việt Quân (VF-VPTXVF5-34-CTXVFe34)" userId="c95d1d9d-0d7c-49ab-9397-92214536c6a6" providerId="ADAL" clId="{2B60647F-094B-4651-A2BD-13DD3D5E3720}" dt="2024-08-24T09:52:23.055" v="2045" actId="47"/>
        <pc:sldMkLst>
          <pc:docMk/>
          <pc:sldMk cId="3598584267" sldId="325"/>
        </pc:sldMkLst>
      </pc:sldChg>
      <pc:sldChg chg="add del">
        <pc:chgData name="Tưởng Việt Quân (VF-VPTXVF5-34-CTXVFe34)" userId="c95d1d9d-0d7c-49ab-9397-92214536c6a6" providerId="ADAL" clId="{2B60647F-094B-4651-A2BD-13DD3D5E3720}" dt="2024-08-24T09:52:23.055" v="2045" actId="47"/>
        <pc:sldMkLst>
          <pc:docMk/>
          <pc:sldMk cId="1825716569" sldId="326"/>
        </pc:sldMkLst>
      </pc:sldChg>
      <pc:sldChg chg="addSp delSp modSp new del mod modClrScheme modShow chgLayout">
        <pc:chgData name="Tưởng Việt Quân (VF-VPTXVF5-34-CTXVFe34)" userId="c95d1d9d-0d7c-49ab-9397-92214536c6a6" providerId="ADAL" clId="{2B60647F-094B-4651-A2BD-13DD3D5E3720}" dt="2024-08-25T08:08:38.048" v="2555" actId="47"/>
        <pc:sldMkLst>
          <pc:docMk/>
          <pc:sldMk cId="4186012302" sldId="326"/>
        </pc:sldMkLst>
        <pc:spChg chg="del">
          <ac:chgData name="Tưởng Việt Quân (VF-VPTXVF5-34-CTXVFe34)" userId="c95d1d9d-0d7c-49ab-9397-92214536c6a6" providerId="ADAL" clId="{2B60647F-094B-4651-A2BD-13DD3D5E3720}" dt="2024-08-24T16:17:28.049" v="2212" actId="700"/>
          <ac:spMkLst>
            <pc:docMk/>
            <pc:sldMk cId="4186012302" sldId="326"/>
            <ac:spMk id="2" creationId="{E186375A-3F94-A80F-521C-B81DA3C97EC4}"/>
          </ac:spMkLst>
        </pc:spChg>
        <pc:spChg chg="del">
          <ac:chgData name="Tưởng Việt Quân (VF-VPTXVF5-34-CTXVFe34)" userId="c95d1d9d-0d7c-49ab-9397-92214536c6a6" providerId="ADAL" clId="{2B60647F-094B-4651-A2BD-13DD3D5E3720}" dt="2024-08-24T16:17:28.049" v="2212" actId="700"/>
          <ac:spMkLst>
            <pc:docMk/>
            <pc:sldMk cId="4186012302" sldId="326"/>
            <ac:spMk id="3" creationId="{BF479643-633A-2904-C57F-6EA27DACE78E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27:31.995" v="2420" actId="1076"/>
          <ac:spMkLst>
            <pc:docMk/>
            <pc:sldMk cId="4186012302" sldId="326"/>
            <ac:spMk id="6" creationId="{2D6DE31C-2513-C041-53DF-8B22047F31D1}"/>
          </ac:spMkLst>
        </pc:spChg>
        <pc:spChg chg="del mod">
          <ac:chgData name="Tưởng Việt Quân (VF-VPTXVF5-34-CTXVFe34)" userId="c95d1d9d-0d7c-49ab-9397-92214536c6a6" providerId="ADAL" clId="{2B60647F-094B-4651-A2BD-13DD3D5E3720}" dt="2024-08-24T16:29:08.218" v="2429" actId="21"/>
          <ac:spMkLst>
            <pc:docMk/>
            <pc:sldMk cId="4186012302" sldId="326"/>
            <ac:spMk id="7" creationId="{7AE32210-9B0A-98BF-0720-6F68A4D71CBB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4T16:28:41.902" v="2426" actId="1076"/>
          <ac:spMkLst>
            <pc:docMk/>
            <pc:sldMk cId="4186012302" sldId="326"/>
            <ac:spMk id="8" creationId="{43A6309E-234F-0A35-8E33-F468419F0E58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4T16:31:31.621" v="2468" actId="478"/>
          <ac:spMkLst>
            <pc:docMk/>
            <pc:sldMk cId="4186012302" sldId="326"/>
            <ac:spMk id="9" creationId="{795AF08A-A4D9-12A4-D8D1-7CCA5D382572}"/>
          </ac:spMkLst>
        </pc:spChg>
        <pc:cxnChg chg="add mod">
          <ac:chgData name="Tưởng Việt Quân (VF-VPTXVF5-34-CTXVFe34)" userId="c95d1d9d-0d7c-49ab-9397-92214536c6a6" providerId="ADAL" clId="{2B60647F-094B-4651-A2BD-13DD3D5E3720}" dt="2024-08-24T16:28:05.814" v="2422" actId="1076"/>
          <ac:cxnSpMkLst>
            <pc:docMk/>
            <pc:sldMk cId="4186012302" sldId="326"/>
            <ac:cxnSpMk id="5" creationId="{0B829A67-08DC-69E3-84FC-21B54DD03AC8}"/>
          </ac:cxnSpMkLst>
        </pc:cxnChg>
      </pc:sldChg>
      <pc:sldChg chg="add del">
        <pc:chgData name="Tưởng Việt Quân (VF-VPTXVF5-34-CTXVFe34)" userId="c95d1d9d-0d7c-49ab-9397-92214536c6a6" providerId="ADAL" clId="{2B60647F-094B-4651-A2BD-13DD3D5E3720}" dt="2024-08-24T09:52:23.055" v="2045" actId="47"/>
        <pc:sldMkLst>
          <pc:docMk/>
          <pc:sldMk cId="1177895141" sldId="327"/>
        </pc:sldMkLst>
      </pc:sldChg>
      <pc:sldChg chg="addSp delSp modSp add mod">
        <pc:chgData name="Tưởng Việt Quân (VF-VPTXVF5-34-CTXVFe34)" userId="c95d1d9d-0d7c-49ab-9397-92214536c6a6" providerId="ADAL" clId="{2B60647F-094B-4651-A2BD-13DD3D5E3720}" dt="2024-08-26T05:11:17.664" v="3430"/>
        <pc:sldMkLst>
          <pc:docMk/>
          <pc:sldMk cId="2548172633" sldId="327"/>
        </pc:sldMkLst>
        <pc:spChg chg="del">
          <ac:chgData name="Tưởng Việt Quân (VF-VPTXVF5-34-CTXVFe34)" userId="c95d1d9d-0d7c-49ab-9397-92214536c6a6" providerId="ADAL" clId="{2B60647F-094B-4651-A2BD-13DD3D5E3720}" dt="2024-08-26T05:11:17.302" v="3429" actId="478"/>
          <ac:spMkLst>
            <pc:docMk/>
            <pc:sldMk cId="2548172633" sldId="327"/>
            <ac:spMk id="5" creationId="{B875C899-8E67-4F72-212C-D176423F4958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4:44:17.052" v="3103" actId="20577"/>
          <ac:spMkLst>
            <pc:docMk/>
            <pc:sldMk cId="2548172633" sldId="327"/>
            <ac:spMk id="6" creationId="{FED672FB-339A-4CF9-5FB9-BD1BA18616AC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6T05:11:17.664" v="3430"/>
          <ac:spMkLst>
            <pc:docMk/>
            <pc:sldMk cId="2548172633" sldId="327"/>
            <ac:spMk id="10" creationId="{31C541C3-1DE9-6072-8A02-963A43501AA6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4:52:25.849" v="3217" actId="20577"/>
          <ac:graphicFrameMkLst>
            <pc:docMk/>
            <pc:sldMk cId="2548172633" sldId="327"/>
            <ac:graphicFrameMk id="2" creationId="{46CE5430-8B98-D0D8-33AA-9214DDBF725A}"/>
          </ac:graphicFrameMkLst>
        </pc:graphicFrameChg>
        <pc:picChg chg="add del mod">
          <ac:chgData name="Tưởng Việt Quân (VF-VPTXVF5-34-CTXVFe34)" userId="c95d1d9d-0d7c-49ab-9397-92214536c6a6" providerId="ADAL" clId="{2B60647F-094B-4651-A2BD-13DD3D5E3720}" dt="2024-08-26T04:31:24.958" v="2988" actId="478"/>
          <ac:picMkLst>
            <pc:docMk/>
            <pc:sldMk cId="2548172633" sldId="327"/>
            <ac:picMk id="7" creationId="{2CD4793E-BDDB-A2A8-A4C9-0175DFD2A47D}"/>
          </ac:picMkLst>
        </pc:picChg>
        <pc:picChg chg="add mod modCrop">
          <ac:chgData name="Tưởng Việt Quân (VF-VPTXVF5-34-CTXVFe34)" userId="c95d1d9d-0d7c-49ab-9397-92214536c6a6" providerId="ADAL" clId="{2B60647F-094B-4651-A2BD-13DD3D5E3720}" dt="2024-08-26T04:32:09.090" v="2999" actId="1076"/>
          <ac:picMkLst>
            <pc:docMk/>
            <pc:sldMk cId="2548172633" sldId="327"/>
            <ac:picMk id="9" creationId="{47F06706-C402-6250-B013-1AF13D40F924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4:32:12.270" v="3002" actId="1076"/>
          <ac:picMkLst>
            <pc:docMk/>
            <pc:sldMk cId="2548172633" sldId="327"/>
            <ac:picMk id="1026" creationId="{9CA43926-6895-69C3-DC50-6BCFCB4DCF1C}"/>
          </ac:picMkLst>
        </pc:picChg>
      </pc:sldChg>
      <pc:sldChg chg="addSp delSp modSp add mod">
        <pc:chgData name="Tưởng Việt Quân (VF-VPTXVF5-34-CTXVFe34)" userId="c95d1d9d-0d7c-49ab-9397-92214536c6a6" providerId="ADAL" clId="{2B60647F-094B-4651-A2BD-13DD3D5E3720}" dt="2024-08-26T07:13:13.560" v="4081" actId="20577"/>
        <pc:sldMkLst>
          <pc:docMk/>
          <pc:sldMk cId="3705218324" sldId="328"/>
        </pc:sldMkLst>
        <pc:spChg chg="del">
          <ac:chgData name="Tưởng Việt Quân (VF-VPTXVF5-34-CTXVFe34)" userId="c95d1d9d-0d7c-49ab-9397-92214536c6a6" providerId="ADAL" clId="{2B60647F-094B-4651-A2BD-13DD3D5E3720}" dt="2024-08-26T05:11:12.976" v="3427" actId="478"/>
          <ac:spMkLst>
            <pc:docMk/>
            <pc:sldMk cId="3705218324" sldId="328"/>
            <ac:spMk id="5" creationId="{B875C899-8E67-4F72-212C-D176423F4958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4:44:35.673" v="3125" actId="20577"/>
          <ac:spMkLst>
            <pc:docMk/>
            <pc:sldMk cId="3705218324" sldId="328"/>
            <ac:spMk id="6" creationId="{FED672FB-339A-4CF9-5FB9-BD1BA18616AC}"/>
          </ac:spMkLst>
        </pc:spChg>
        <pc:spChg chg="add mod">
          <ac:chgData name="Tưởng Việt Quân (VF-VPTXVF5-34-CTXVFe34)" userId="c95d1d9d-0d7c-49ab-9397-92214536c6a6" providerId="ADAL" clId="{2B60647F-094B-4651-A2BD-13DD3D5E3720}" dt="2024-08-26T05:11:13.384" v="3428"/>
          <ac:spMkLst>
            <pc:docMk/>
            <pc:sldMk cId="3705218324" sldId="328"/>
            <ac:spMk id="12" creationId="{151B1C11-92AF-9BA0-80B3-F043FFD60590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7:13:13.560" v="4081" actId="20577"/>
          <ac:graphicFrameMkLst>
            <pc:docMk/>
            <pc:sldMk cId="3705218324" sldId="328"/>
            <ac:graphicFrameMk id="2" creationId="{46CE5430-8B98-D0D8-33AA-9214DDBF725A}"/>
          </ac:graphicFrameMkLst>
        </pc:graphicFrameChg>
        <pc:picChg chg="add del mod">
          <ac:chgData name="Tưởng Việt Quân (VF-VPTXVF5-34-CTXVFe34)" userId="c95d1d9d-0d7c-49ab-9397-92214536c6a6" providerId="ADAL" clId="{2B60647F-094B-4651-A2BD-13DD3D5E3720}" dt="2024-08-26T04:46:55.566" v="3139" actId="478"/>
          <ac:picMkLst>
            <pc:docMk/>
            <pc:sldMk cId="3705218324" sldId="328"/>
            <ac:picMk id="7" creationId="{259C25A8-0443-9236-27F5-F99D3A6C920D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4:46:57.297" v="3140" actId="478"/>
          <ac:picMkLst>
            <pc:docMk/>
            <pc:sldMk cId="3705218324" sldId="328"/>
            <ac:picMk id="9" creationId="{929375A7-02B1-BAFB-5295-735D3A7D7A23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4:47:39.127" v="3147" actId="1076"/>
          <ac:picMkLst>
            <pc:docMk/>
            <pc:sldMk cId="3705218324" sldId="328"/>
            <ac:picMk id="11" creationId="{234BC4F9-985C-4A7E-6BCC-ABA94DC867B5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7:11:27.794" v="4038" actId="1076"/>
          <ac:picMkLst>
            <pc:docMk/>
            <pc:sldMk cId="3705218324" sldId="328"/>
            <ac:picMk id="14" creationId="{50F4C9BA-41E1-13BB-AB31-EEC4110152A5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4:46:44.626" v="3133" actId="478"/>
          <ac:picMkLst>
            <pc:docMk/>
            <pc:sldMk cId="3705218324" sldId="328"/>
            <ac:picMk id="2050" creationId="{4224F721-6EE0-380F-ED73-A5AD19CB3439}"/>
          </ac:picMkLst>
        </pc:picChg>
      </pc:sldChg>
      <pc:sldChg chg="delSp add del setBg delDesignElem">
        <pc:chgData name="Tưởng Việt Quân (VF-VPTXVF5-34-CTXVFe34)" userId="c95d1d9d-0d7c-49ab-9397-92214536c6a6" providerId="ADAL" clId="{2B60647F-094B-4651-A2BD-13DD3D5E3720}" dt="2024-08-24T08:23:47.127" v="2015" actId="47"/>
        <pc:sldMkLst>
          <pc:docMk/>
          <pc:sldMk cId="4024103357" sldId="328"/>
        </pc:sldMkLst>
        <pc:spChg chg="del">
          <ac:chgData name="Tưởng Việt Quân (VF-VPTXVF5-34-CTXVFe34)" userId="c95d1d9d-0d7c-49ab-9397-92214536c6a6" providerId="ADAL" clId="{2B60647F-094B-4651-A2BD-13DD3D5E3720}" dt="2024-08-24T08:23:22.703" v="2010"/>
          <ac:spMkLst>
            <pc:docMk/>
            <pc:sldMk cId="4024103357" sldId="328"/>
            <ac:spMk id="9" creationId="{664E23E2-7440-4E36-A67B-0F88C5F7E185}"/>
          </ac:spMkLst>
        </pc:spChg>
        <pc:spChg chg="del">
          <ac:chgData name="Tưởng Việt Quân (VF-VPTXVF5-34-CTXVFe34)" userId="c95d1d9d-0d7c-49ab-9397-92214536c6a6" providerId="ADAL" clId="{2B60647F-094B-4651-A2BD-13DD3D5E3720}" dt="2024-08-24T08:23:22.703" v="2010"/>
          <ac:spMkLst>
            <pc:docMk/>
            <pc:sldMk cId="4024103357" sldId="328"/>
            <ac:spMk id="11" creationId="{B06949AE-010D-4C18-8AED-7872085ADD57}"/>
          </ac:spMkLst>
        </pc:spChg>
        <pc:spChg chg="del">
          <ac:chgData name="Tưởng Việt Quân (VF-VPTXVF5-34-CTXVFe34)" userId="c95d1d9d-0d7c-49ab-9397-92214536c6a6" providerId="ADAL" clId="{2B60647F-094B-4651-A2BD-13DD3D5E3720}" dt="2024-08-24T08:23:22.703" v="2010"/>
          <ac:spMkLst>
            <pc:docMk/>
            <pc:sldMk cId="4024103357" sldId="328"/>
            <ac:spMk id="13" creationId="{FE54AADB-50C7-4293-94C0-27361A32B8CF}"/>
          </ac:spMkLst>
        </pc:spChg>
      </pc:sldChg>
      <pc:sldChg chg="addSp delSp modSp add mod">
        <pc:chgData name="Tưởng Việt Quân (VF-VPTXVF5-34-CTXVFe34)" userId="c95d1d9d-0d7c-49ab-9397-92214536c6a6" providerId="ADAL" clId="{2B60647F-094B-4651-A2BD-13DD3D5E3720}" dt="2024-08-26T08:27:18.442" v="5112" actId="20577"/>
        <pc:sldMkLst>
          <pc:docMk/>
          <pc:sldMk cId="793307298" sldId="329"/>
        </pc:sldMkLst>
        <pc:spChg chg="add mod">
          <ac:chgData name="Tưởng Việt Quân (VF-VPTXVF5-34-CTXVFe34)" userId="c95d1d9d-0d7c-49ab-9397-92214536c6a6" providerId="ADAL" clId="{2B60647F-094B-4651-A2BD-13DD3D5E3720}" dt="2024-08-26T05:11:06.478" v="3426"/>
          <ac:spMkLst>
            <pc:docMk/>
            <pc:sldMk cId="793307298" sldId="329"/>
            <ac:spMk id="3" creationId="{C3E2DC58-A17A-5F10-7ECB-68A7DF2D6FDE}"/>
          </ac:spMkLst>
        </pc:spChg>
        <pc:spChg chg="del">
          <ac:chgData name="Tưởng Việt Quân (VF-VPTXVF5-34-CTXVFe34)" userId="c95d1d9d-0d7c-49ab-9397-92214536c6a6" providerId="ADAL" clId="{2B60647F-094B-4651-A2BD-13DD3D5E3720}" dt="2024-08-26T05:11:06.148" v="3425" actId="478"/>
          <ac:spMkLst>
            <pc:docMk/>
            <pc:sldMk cId="793307298" sldId="329"/>
            <ac:spMk id="5" creationId="{B875C899-8E67-4F72-212C-D176423F4958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5:12:43.563" v="3446" actId="20577"/>
          <ac:spMkLst>
            <pc:docMk/>
            <pc:sldMk cId="793307298" sldId="329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27:18.442" v="5112" actId="20577"/>
          <ac:graphicFrameMkLst>
            <pc:docMk/>
            <pc:sldMk cId="793307298" sldId="329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6:17:38.288" v="3576" actId="1076"/>
          <ac:picMkLst>
            <pc:docMk/>
            <pc:sldMk cId="793307298" sldId="329"/>
            <ac:picMk id="8" creationId="{248AE9CE-4C18-235A-049D-EB45B7EEC23A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6:18:36.593" v="3586" actId="1076"/>
          <ac:picMkLst>
            <pc:docMk/>
            <pc:sldMk cId="793307298" sldId="329"/>
            <ac:picMk id="3074" creationId="{59B8C5E8-DED4-B46D-BE9F-5CCF3096D5CF}"/>
          </ac:picMkLst>
        </pc:picChg>
      </pc:sldChg>
      <pc:sldChg chg="addSp modSp add mod">
        <pc:chgData name="Tưởng Việt Quân (VF-VPTXVF5-34-CTXVFe34)" userId="c95d1d9d-0d7c-49ab-9397-92214536c6a6" providerId="ADAL" clId="{2B60647F-094B-4651-A2BD-13DD3D5E3720}" dt="2024-08-26T08:11:55.434" v="4894" actId="20577"/>
        <pc:sldMkLst>
          <pc:docMk/>
          <pc:sldMk cId="4211675952" sldId="330"/>
        </pc:sldMkLst>
        <pc:spChg chg="mod">
          <ac:chgData name="Tưởng Việt Quân (VF-VPTXVF5-34-CTXVFe34)" userId="c95d1d9d-0d7c-49ab-9397-92214536c6a6" providerId="ADAL" clId="{2B60647F-094B-4651-A2BD-13DD3D5E3720}" dt="2024-08-26T05:10:52.580" v="3424" actId="1076"/>
          <ac:spMkLst>
            <pc:docMk/>
            <pc:sldMk cId="4211675952" sldId="330"/>
            <ac:spMk id="5" creationId="{B875C899-8E67-4F72-212C-D176423F4958}"/>
          </ac:spMkLst>
        </pc:spChg>
        <pc:spChg chg="mod">
          <ac:chgData name="Tưởng Việt Quân (VF-VPTXVF5-34-CTXVFe34)" userId="c95d1d9d-0d7c-49ab-9397-92214536c6a6" providerId="ADAL" clId="{2B60647F-094B-4651-A2BD-13DD3D5E3720}" dt="2024-08-26T05:13:02.328" v="3457" actId="20577"/>
          <ac:spMkLst>
            <pc:docMk/>
            <pc:sldMk cId="4211675952" sldId="330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11:55.434" v="4894" actId="20577"/>
          <ac:graphicFrameMkLst>
            <pc:docMk/>
            <pc:sldMk cId="4211675952" sldId="330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6:27:26.967" v="3781" actId="1076"/>
          <ac:picMkLst>
            <pc:docMk/>
            <pc:sldMk cId="4211675952" sldId="330"/>
            <ac:picMk id="7" creationId="{2E881CE0-B3A0-61E5-3512-0D21F0775299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6:45:18.929" v="3787" actId="1076"/>
          <ac:picMkLst>
            <pc:docMk/>
            <pc:sldMk cId="4211675952" sldId="330"/>
            <ac:picMk id="9" creationId="{2F926E8E-76DE-1D7E-6046-C9983D9D1C39}"/>
          </ac:picMkLst>
        </pc:picChg>
      </pc:sldChg>
      <pc:sldChg chg="addSp delSp modSp add mod ord">
        <pc:chgData name="Tưởng Việt Quân (VF-VPTXVF5-34-CTXVFe34)" userId="c95d1d9d-0d7c-49ab-9397-92214536c6a6" providerId="ADAL" clId="{2B60647F-094B-4651-A2BD-13DD3D5E3720}" dt="2024-08-26T07:13:18.861" v="4085" actId="20577"/>
        <pc:sldMkLst>
          <pc:docMk/>
          <pc:sldMk cId="570734957" sldId="331"/>
        </pc:sldMkLst>
        <pc:spChg chg="mod">
          <ac:chgData name="Tưởng Việt Quân (VF-VPTXVF5-34-CTXVFe34)" userId="c95d1d9d-0d7c-49ab-9397-92214536c6a6" providerId="ADAL" clId="{2B60647F-094B-4651-A2BD-13DD3D5E3720}" dt="2024-08-26T06:53:48.736" v="3866" actId="20577"/>
          <ac:spMkLst>
            <pc:docMk/>
            <pc:sldMk cId="570734957" sldId="331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7:13:18.861" v="4085" actId="20577"/>
          <ac:graphicFrameMkLst>
            <pc:docMk/>
            <pc:sldMk cId="570734957" sldId="331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6:53:36.157" v="3860" actId="1076"/>
          <ac:picMkLst>
            <pc:docMk/>
            <pc:sldMk cId="570734957" sldId="331"/>
            <ac:picMk id="7" creationId="{24D22658-B406-FC5B-6AC6-3EBF388DD94F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6T06:56:40.821" v="3868" actId="22"/>
          <ac:picMkLst>
            <pc:docMk/>
            <pc:sldMk cId="570734957" sldId="331"/>
            <ac:picMk id="9" creationId="{72C3B16E-4B6D-9791-C595-AC9CC74EE6F1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6:57:07.989" v="3875" actId="1076"/>
          <ac:picMkLst>
            <pc:docMk/>
            <pc:sldMk cId="570734957" sldId="331"/>
            <ac:picMk id="11" creationId="{BC32A7C3-32AA-4AC0-5643-BE93305D9E2B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6T07:04:26.496" v="3900" actId="22"/>
          <ac:picMkLst>
            <pc:docMk/>
            <pc:sldMk cId="570734957" sldId="331"/>
            <ac:picMk id="13" creationId="{9290127A-239B-9E5A-AAA2-BCD949A7FACB}"/>
          </ac:picMkLst>
        </pc:picChg>
      </pc:sldChg>
      <pc:sldChg chg="add del setBg">
        <pc:chgData name="Tưởng Việt Quân (VF-VPTXVF5-34-CTXVFe34)" userId="c95d1d9d-0d7c-49ab-9397-92214536c6a6" providerId="ADAL" clId="{2B60647F-094B-4651-A2BD-13DD3D5E3720}" dt="2024-08-26T05:08:57.722" v="3418" actId="47"/>
        <pc:sldMkLst>
          <pc:docMk/>
          <pc:sldMk cId="117031809" sldId="332"/>
        </pc:sldMkLst>
      </pc:sldChg>
      <pc:sldChg chg="addSp delSp modSp add mod">
        <pc:chgData name="Tưởng Việt Quân (VF-VPTXVF5-34-CTXVFe34)" userId="c95d1d9d-0d7c-49ab-9397-92214536c6a6" providerId="ADAL" clId="{2B60647F-094B-4651-A2BD-13DD3D5E3720}" dt="2024-08-26T08:27:31.849" v="5129" actId="20577"/>
        <pc:sldMkLst>
          <pc:docMk/>
          <pc:sldMk cId="1644143977" sldId="332"/>
        </pc:sldMkLst>
        <pc:spChg chg="mod">
          <ac:chgData name="Tưởng Việt Quân (VF-VPTXVF5-34-CTXVFe34)" userId="c95d1d9d-0d7c-49ab-9397-92214536c6a6" providerId="ADAL" clId="{2B60647F-094B-4651-A2BD-13DD3D5E3720}" dt="2024-08-26T05:13:31.189" v="3497" actId="20577"/>
          <ac:spMkLst>
            <pc:docMk/>
            <pc:sldMk cId="1644143977" sldId="332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27:31.849" v="5129" actId="20577"/>
          <ac:graphicFrameMkLst>
            <pc:docMk/>
            <pc:sldMk cId="1644143977" sldId="332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7:24:06.605" v="4185" actId="14100"/>
          <ac:picMkLst>
            <pc:docMk/>
            <pc:sldMk cId="1644143977" sldId="332"/>
            <ac:picMk id="7" creationId="{29ED32BD-A502-264B-F506-96F65DB7A474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6T07:15:42.322" v="4092" actId="22"/>
          <ac:picMkLst>
            <pc:docMk/>
            <pc:sldMk cId="1644143977" sldId="332"/>
            <ac:picMk id="9" creationId="{00BC0A3B-A494-B304-0257-F0DF331F930F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7:16:40.454" v="4115" actId="1076"/>
          <ac:picMkLst>
            <pc:docMk/>
            <pc:sldMk cId="1644143977" sldId="332"/>
            <ac:picMk id="11" creationId="{48C29826-580F-BA47-7BC9-D871D49DE8BE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7:16:45.781" v="4117" actId="1076"/>
          <ac:picMkLst>
            <pc:docMk/>
            <pc:sldMk cId="1644143977" sldId="332"/>
            <ac:picMk id="13" creationId="{50C64A0F-11F6-E6D4-895C-66C4BFADBEF5}"/>
          </ac:picMkLst>
        </pc:picChg>
      </pc:sldChg>
      <pc:sldChg chg="addSp delSp modSp add mod">
        <pc:chgData name="Tưởng Việt Quân (VF-VPTXVF5-34-CTXVFe34)" userId="c95d1d9d-0d7c-49ab-9397-92214536c6a6" providerId="ADAL" clId="{2B60647F-094B-4651-A2BD-13DD3D5E3720}" dt="2024-08-26T08:31:36.716" v="5288" actId="20577"/>
        <pc:sldMkLst>
          <pc:docMk/>
          <pc:sldMk cId="3309883486" sldId="333"/>
        </pc:sldMkLst>
        <pc:spChg chg="mod">
          <ac:chgData name="Tưởng Việt Quân (VF-VPTXVF5-34-CTXVFe34)" userId="c95d1d9d-0d7c-49ab-9397-92214536c6a6" providerId="ADAL" clId="{2B60647F-094B-4651-A2BD-13DD3D5E3720}" dt="2024-08-26T05:13:45.739" v="3524" actId="20577"/>
          <ac:spMkLst>
            <pc:docMk/>
            <pc:sldMk cId="3309883486" sldId="333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31:36.716" v="5288" actId="20577"/>
          <ac:graphicFrameMkLst>
            <pc:docMk/>
            <pc:sldMk cId="3309883486" sldId="333"/>
            <ac:graphicFrameMk id="2" creationId="{46CE5430-8B98-D0D8-33AA-9214DDBF725A}"/>
          </ac:graphicFrameMkLst>
        </pc:graphicFrameChg>
        <pc:picChg chg="add del mod">
          <ac:chgData name="Tưởng Việt Quân (VF-VPTXVF5-34-CTXVFe34)" userId="c95d1d9d-0d7c-49ab-9397-92214536c6a6" providerId="ADAL" clId="{2B60647F-094B-4651-A2BD-13DD3D5E3720}" dt="2024-08-26T07:30:17.172" v="4398" actId="478"/>
          <ac:picMkLst>
            <pc:docMk/>
            <pc:sldMk cId="3309883486" sldId="333"/>
            <ac:picMk id="7" creationId="{23466690-F47E-35DB-6782-D29128475DD3}"/>
          </ac:picMkLst>
        </pc:picChg>
        <pc:picChg chg="add del mod">
          <ac:chgData name="Tưởng Việt Quân (VF-VPTXVF5-34-CTXVFe34)" userId="c95d1d9d-0d7c-49ab-9397-92214536c6a6" providerId="ADAL" clId="{2B60647F-094B-4651-A2BD-13DD3D5E3720}" dt="2024-08-26T07:33:02.097" v="4415" actId="478"/>
          <ac:picMkLst>
            <pc:docMk/>
            <pc:sldMk cId="3309883486" sldId="333"/>
            <ac:picMk id="9" creationId="{A282A9E4-E868-678D-261E-862E15A59A6D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7:32:28.165" v="4413" actId="14100"/>
          <ac:picMkLst>
            <pc:docMk/>
            <pc:sldMk cId="3309883486" sldId="333"/>
            <ac:picMk id="11" creationId="{06E45649-06BA-DE1A-A511-46299EC2F476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8:24:42.988" v="5041" actId="1076"/>
          <ac:picMkLst>
            <pc:docMk/>
            <pc:sldMk cId="3309883486" sldId="333"/>
            <ac:picMk id="13" creationId="{53795FBB-159A-2B57-4608-FB21C93792B3}"/>
          </ac:picMkLst>
        </pc:picChg>
      </pc:sldChg>
      <pc:sldChg chg="add del setBg">
        <pc:chgData name="Tưởng Việt Quân (VF-VPTXVF5-34-CTXVFe34)" userId="c95d1d9d-0d7c-49ab-9397-92214536c6a6" providerId="ADAL" clId="{2B60647F-094B-4651-A2BD-13DD3D5E3720}" dt="2024-08-26T05:08:53.173" v="3417"/>
        <pc:sldMkLst>
          <pc:docMk/>
          <pc:sldMk cId="3352341729" sldId="333"/>
        </pc:sldMkLst>
      </pc:sldChg>
      <pc:sldChg chg="addSp delSp modSp add mod">
        <pc:chgData name="Tưởng Việt Quân (VF-VPTXVF5-34-CTXVFe34)" userId="c95d1d9d-0d7c-49ab-9397-92214536c6a6" providerId="ADAL" clId="{2B60647F-094B-4651-A2BD-13DD3D5E3720}" dt="2024-08-26T07:39:05.068" v="4549" actId="20577"/>
        <pc:sldMkLst>
          <pc:docMk/>
          <pc:sldMk cId="2134117441" sldId="334"/>
        </pc:sldMkLst>
        <pc:spChg chg="mod">
          <ac:chgData name="Tưởng Việt Quân (VF-VPTXVF5-34-CTXVFe34)" userId="c95d1d9d-0d7c-49ab-9397-92214536c6a6" providerId="ADAL" clId="{2B60647F-094B-4651-A2BD-13DD3D5E3720}" dt="2024-08-26T05:13:54.278" v="3526" actId="20577"/>
          <ac:spMkLst>
            <pc:docMk/>
            <pc:sldMk cId="2134117441" sldId="334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7:39:05.068" v="4549" actId="20577"/>
          <ac:graphicFrameMkLst>
            <pc:docMk/>
            <pc:sldMk cId="2134117441" sldId="334"/>
            <ac:graphicFrameMk id="2" creationId="{46CE5430-8B98-D0D8-33AA-9214DDBF725A}"/>
          </ac:graphicFrameMkLst>
        </pc:graphicFrameChg>
        <pc:picChg chg="add mod modCrop">
          <ac:chgData name="Tưởng Việt Quân (VF-VPTXVF5-34-CTXVFe34)" userId="c95d1d9d-0d7c-49ab-9397-92214536c6a6" providerId="ADAL" clId="{2B60647F-094B-4651-A2BD-13DD3D5E3720}" dt="2024-08-26T07:35:11.446" v="4425" actId="1076"/>
          <ac:picMkLst>
            <pc:docMk/>
            <pc:sldMk cId="2134117441" sldId="334"/>
            <ac:picMk id="7" creationId="{26B5FE35-A6A3-54CC-C6B1-2EDA6DCFD901}"/>
          </ac:picMkLst>
        </pc:picChg>
        <pc:picChg chg="add del">
          <ac:chgData name="Tưởng Việt Quân (VF-VPTXVF5-34-CTXVFe34)" userId="c95d1d9d-0d7c-49ab-9397-92214536c6a6" providerId="ADAL" clId="{2B60647F-094B-4651-A2BD-13DD3D5E3720}" dt="2024-08-26T07:35:34.057" v="4427" actId="22"/>
          <ac:picMkLst>
            <pc:docMk/>
            <pc:sldMk cId="2134117441" sldId="334"/>
            <ac:picMk id="9" creationId="{EE907FE9-F5EB-1637-A9F1-FE667810EE8F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7:35:43.123" v="4431" actId="1076"/>
          <ac:picMkLst>
            <pc:docMk/>
            <pc:sldMk cId="2134117441" sldId="334"/>
            <ac:picMk id="11" creationId="{A2B4DA05-B8B9-4AC1-4263-907E52EBC3AD}"/>
          </ac:picMkLst>
        </pc:picChg>
      </pc:sldChg>
      <pc:sldChg chg="add del setBg">
        <pc:chgData name="Tưởng Việt Quân (VF-VPTXVF5-34-CTXVFe34)" userId="c95d1d9d-0d7c-49ab-9397-92214536c6a6" providerId="ADAL" clId="{2B60647F-094B-4651-A2BD-13DD3D5E3720}" dt="2024-08-26T05:08:50.181" v="3416"/>
        <pc:sldMkLst>
          <pc:docMk/>
          <pc:sldMk cId="2639284621" sldId="334"/>
        </pc:sldMkLst>
      </pc:sldChg>
      <pc:sldChg chg="add del setBg">
        <pc:chgData name="Tưởng Việt Quân (VF-VPTXVF5-34-CTXVFe34)" userId="c95d1d9d-0d7c-49ab-9397-92214536c6a6" providerId="ADAL" clId="{2B60647F-094B-4651-A2BD-13DD3D5E3720}" dt="2024-08-26T05:08:49.331" v="3415"/>
        <pc:sldMkLst>
          <pc:docMk/>
          <pc:sldMk cId="800030139" sldId="335"/>
        </pc:sldMkLst>
      </pc:sldChg>
      <pc:sldChg chg="addSp modSp add mod">
        <pc:chgData name="Tưởng Việt Quân (VF-VPTXVF5-34-CTXVFe34)" userId="c95d1d9d-0d7c-49ab-9397-92214536c6a6" providerId="ADAL" clId="{2B60647F-094B-4651-A2BD-13DD3D5E3720}" dt="2024-08-26T08:13:29.595" v="4970" actId="20577"/>
        <pc:sldMkLst>
          <pc:docMk/>
          <pc:sldMk cId="3482103894" sldId="335"/>
        </pc:sldMkLst>
        <pc:spChg chg="mod">
          <ac:chgData name="Tưởng Việt Quân (VF-VPTXVF5-34-CTXVFe34)" userId="c95d1d9d-0d7c-49ab-9397-92214536c6a6" providerId="ADAL" clId="{2B60647F-094B-4651-A2BD-13DD3D5E3720}" dt="2024-08-26T05:14:07.726" v="3537" actId="20577"/>
          <ac:spMkLst>
            <pc:docMk/>
            <pc:sldMk cId="3482103894" sldId="335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13:29.595" v="4970" actId="20577"/>
          <ac:graphicFrameMkLst>
            <pc:docMk/>
            <pc:sldMk cId="3482103894" sldId="335"/>
            <ac:graphicFrameMk id="2" creationId="{46CE5430-8B98-D0D8-33AA-9214DDBF725A}"/>
          </ac:graphicFrameMkLst>
        </pc:graphicFrameChg>
        <pc:picChg chg="add mod modCrop">
          <ac:chgData name="Tưởng Việt Quân (VF-VPTXVF5-34-CTXVFe34)" userId="c95d1d9d-0d7c-49ab-9397-92214536c6a6" providerId="ADAL" clId="{2B60647F-094B-4651-A2BD-13DD3D5E3720}" dt="2024-08-26T07:42:52.141" v="4563" actId="1076"/>
          <ac:picMkLst>
            <pc:docMk/>
            <pc:sldMk cId="3482103894" sldId="335"/>
            <ac:picMk id="7" creationId="{5E7CB21A-F3F4-49F4-31A1-9C90E30B6AEC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8:06:57.830" v="4754" actId="1076"/>
          <ac:picMkLst>
            <pc:docMk/>
            <pc:sldMk cId="3482103894" sldId="335"/>
            <ac:picMk id="4098" creationId="{7F2C3E8F-514A-CD6E-A805-34DA23F744EB}"/>
          </ac:picMkLst>
        </pc:picChg>
      </pc:sldChg>
      <pc:sldChg chg="addSp modSp add mod">
        <pc:chgData name="Tưởng Việt Quân (VF-VPTXVF5-34-CTXVFe34)" userId="c95d1d9d-0d7c-49ab-9397-92214536c6a6" providerId="ADAL" clId="{2B60647F-094B-4651-A2BD-13DD3D5E3720}" dt="2024-08-26T08:13:41.180" v="4991" actId="20577"/>
        <pc:sldMkLst>
          <pc:docMk/>
          <pc:sldMk cId="983901268" sldId="336"/>
        </pc:sldMkLst>
        <pc:spChg chg="mod">
          <ac:chgData name="Tưởng Việt Quân (VF-VPTXVF5-34-CTXVFe34)" userId="c95d1d9d-0d7c-49ab-9397-92214536c6a6" providerId="ADAL" clId="{2B60647F-094B-4651-A2BD-13DD3D5E3720}" dt="2024-08-26T05:14:24.803" v="3557" actId="20577"/>
          <ac:spMkLst>
            <pc:docMk/>
            <pc:sldMk cId="983901268" sldId="336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13:41.180" v="4991" actId="20577"/>
          <ac:graphicFrameMkLst>
            <pc:docMk/>
            <pc:sldMk cId="983901268" sldId="336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7:42:23.347" v="4561" actId="1076"/>
          <ac:picMkLst>
            <pc:docMk/>
            <pc:sldMk cId="983901268" sldId="336"/>
            <ac:picMk id="7" creationId="{EDCDABB5-2407-4F60-AEF4-2D42C6CFB208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7:53:00.516" v="4575" actId="1076"/>
          <ac:picMkLst>
            <pc:docMk/>
            <pc:sldMk cId="983901268" sldId="336"/>
            <ac:picMk id="9" creationId="{3A670D0E-DC03-8A6A-9A58-E8889C6C4944}"/>
          </ac:picMkLst>
        </pc:picChg>
      </pc:sldChg>
      <pc:sldChg chg="add del setBg">
        <pc:chgData name="Tưởng Việt Quân (VF-VPTXVF5-34-CTXVFe34)" userId="c95d1d9d-0d7c-49ab-9397-92214536c6a6" providerId="ADAL" clId="{2B60647F-094B-4651-A2BD-13DD3D5E3720}" dt="2024-08-26T05:08:48.860" v="3414"/>
        <pc:sldMkLst>
          <pc:docMk/>
          <pc:sldMk cId="2140548503" sldId="336"/>
        </pc:sldMkLst>
      </pc:sldChg>
      <pc:sldChg chg="addSp delSp modSp add mod">
        <pc:chgData name="Tưởng Việt Quân (VF-VPTXVF5-34-CTXVFe34)" userId="c95d1d9d-0d7c-49ab-9397-92214536c6a6" providerId="ADAL" clId="{2B60647F-094B-4651-A2BD-13DD3D5E3720}" dt="2024-08-26T08:13:34.124" v="4972" actId="20577"/>
        <pc:sldMkLst>
          <pc:docMk/>
          <pc:sldMk cId="693546867" sldId="337"/>
        </pc:sldMkLst>
        <pc:spChg chg="mod">
          <ac:chgData name="Tưởng Việt Quân (VF-VPTXVF5-34-CTXVFe34)" userId="c95d1d9d-0d7c-49ab-9397-92214536c6a6" providerId="ADAL" clId="{2B60647F-094B-4651-A2BD-13DD3D5E3720}" dt="2024-08-26T05:14:32.098" v="3570" actId="20577"/>
          <ac:spMkLst>
            <pc:docMk/>
            <pc:sldMk cId="693546867" sldId="337"/>
            <ac:spMk id="6" creationId="{FED672FB-339A-4CF9-5FB9-BD1BA18616AC}"/>
          </ac:spMkLst>
        </pc:spChg>
        <pc:spChg chg="add del">
          <ac:chgData name="Tưởng Việt Quân (VF-VPTXVF5-34-CTXVFe34)" userId="c95d1d9d-0d7c-49ab-9397-92214536c6a6" providerId="ADAL" clId="{2B60647F-094B-4651-A2BD-13DD3D5E3720}" dt="2024-08-26T08:01:04.992" v="4735" actId="22"/>
          <ac:spMkLst>
            <pc:docMk/>
            <pc:sldMk cId="693546867" sldId="337"/>
            <ac:spMk id="9" creationId="{86908D34-9BD8-04C9-5390-E0E5339C86B3}"/>
          </ac:spMkLst>
        </pc:spChg>
        <pc:spChg chg="add del">
          <ac:chgData name="Tưởng Việt Quân (VF-VPTXVF5-34-CTXVFe34)" userId="c95d1d9d-0d7c-49ab-9397-92214536c6a6" providerId="ADAL" clId="{2B60647F-094B-4651-A2BD-13DD3D5E3720}" dt="2024-08-26T08:01:08.057" v="4737" actId="22"/>
          <ac:spMkLst>
            <pc:docMk/>
            <pc:sldMk cId="693546867" sldId="337"/>
            <ac:spMk id="11" creationId="{B0A0C38A-98B6-E8A9-6CFD-ED9F0A8626F4}"/>
          </ac:spMkLst>
        </pc:spChg>
        <pc:spChg chg="add del">
          <ac:chgData name="Tưởng Việt Quân (VF-VPTXVF5-34-CTXVFe34)" userId="c95d1d9d-0d7c-49ab-9397-92214536c6a6" providerId="ADAL" clId="{2B60647F-094B-4651-A2BD-13DD3D5E3720}" dt="2024-08-26T08:01:09.475" v="4739" actId="22"/>
          <ac:spMkLst>
            <pc:docMk/>
            <pc:sldMk cId="693546867" sldId="337"/>
            <ac:spMk id="13" creationId="{846611AD-35D4-57FC-0BA6-C8AFA263C023}"/>
          </ac:spMkLst>
        </pc:spChg>
        <pc:spChg chg="add del mod">
          <ac:chgData name="Tưởng Việt Quân (VF-VPTXVF5-34-CTXVFe34)" userId="c95d1d9d-0d7c-49ab-9397-92214536c6a6" providerId="ADAL" clId="{2B60647F-094B-4651-A2BD-13DD3D5E3720}" dt="2024-08-26T08:01:33.634" v="4742" actId="478"/>
          <ac:spMkLst>
            <pc:docMk/>
            <pc:sldMk cId="693546867" sldId="337"/>
            <ac:spMk id="15" creationId="{14A2857D-8EED-1357-1C90-40680BBDFCF5}"/>
          </ac:spMkLst>
        </pc:spChg>
        <pc:graphicFrameChg chg="mod modGraphic">
          <ac:chgData name="Tưởng Việt Quân (VF-VPTXVF5-34-CTXVFe34)" userId="c95d1d9d-0d7c-49ab-9397-92214536c6a6" providerId="ADAL" clId="{2B60647F-094B-4651-A2BD-13DD3D5E3720}" dt="2024-08-26T08:13:34.124" v="4972" actId="20577"/>
          <ac:graphicFrameMkLst>
            <pc:docMk/>
            <pc:sldMk cId="693546867" sldId="337"/>
            <ac:graphicFrameMk id="2" creationId="{46CE5430-8B98-D0D8-33AA-9214DDBF725A}"/>
          </ac:graphicFrameMkLst>
        </pc:graphicFrameChg>
        <pc:picChg chg="add mod">
          <ac:chgData name="Tưởng Việt Quân (VF-VPTXVF5-34-CTXVFe34)" userId="c95d1d9d-0d7c-49ab-9397-92214536c6a6" providerId="ADAL" clId="{2B60647F-094B-4651-A2BD-13DD3D5E3720}" dt="2024-08-26T07:42:00.374" v="4558" actId="1076"/>
          <ac:picMkLst>
            <pc:docMk/>
            <pc:sldMk cId="693546867" sldId="337"/>
            <ac:picMk id="7" creationId="{18FC5A04-5D77-1714-B4CA-49290C95E1B5}"/>
          </ac:picMkLst>
        </pc:picChg>
        <pc:picChg chg="add mod">
          <ac:chgData name="Tưởng Việt Quân (VF-VPTXVF5-34-CTXVFe34)" userId="c95d1d9d-0d7c-49ab-9397-92214536c6a6" providerId="ADAL" clId="{2B60647F-094B-4651-A2BD-13DD3D5E3720}" dt="2024-08-26T08:01:40.434" v="4746" actId="14100"/>
          <ac:picMkLst>
            <pc:docMk/>
            <pc:sldMk cId="693546867" sldId="337"/>
            <ac:picMk id="17" creationId="{D76B396F-18C4-FDA3-1137-DEA83385733B}"/>
          </ac:picMkLst>
        </pc:picChg>
      </pc:sldChg>
      <pc:sldChg chg="delSp add mod setBg delDesignElem">
        <pc:chgData name="Tưởng Việt Quân (VF-VPTXVF5-34-CTXVFe34)" userId="c95d1d9d-0d7c-49ab-9397-92214536c6a6" providerId="ADAL" clId="{2B60647F-094B-4651-A2BD-13DD3D5E3720}" dt="2024-08-24T08:23:39.939" v="2014" actId="478"/>
        <pc:sldMkLst>
          <pc:docMk/>
          <pc:sldMk cId="3506459718" sldId="343"/>
        </pc:sldMkLst>
        <pc:spChg chg="del">
          <ac:chgData name="Tưởng Việt Quân (VF-VPTXVF5-34-CTXVFe34)" userId="c95d1d9d-0d7c-49ab-9397-92214536c6a6" providerId="ADAL" clId="{2B60647F-094B-4651-A2BD-13DD3D5E3720}" dt="2024-08-24T08:23:37.123" v="2012"/>
          <ac:spMkLst>
            <pc:docMk/>
            <pc:sldMk cId="3506459718" sldId="343"/>
            <ac:spMk id="9" creationId="{664E23E2-7440-4E36-A67B-0F88C5F7E185}"/>
          </ac:spMkLst>
        </pc:spChg>
        <pc:spChg chg="del">
          <ac:chgData name="Tưởng Việt Quân (VF-VPTXVF5-34-CTXVFe34)" userId="c95d1d9d-0d7c-49ab-9397-92214536c6a6" providerId="ADAL" clId="{2B60647F-094B-4651-A2BD-13DD3D5E3720}" dt="2024-08-24T08:23:37.123" v="2012"/>
          <ac:spMkLst>
            <pc:docMk/>
            <pc:sldMk cId="3506459718" sldId="343"/>
            <ac:spMk id="11" creationId="{B06949AE-010D-4C18-8AED-7872085ADD57}"/>
          </ac:spMkLst>
        </pc:spChg>
        <pc:spChg chg="del">
          <ac:chgData name="Tưởng Việt Quân (VF-VPTXVF5-34-CTXVFe34)" userId="c95d1d9d-0d7c-49ab-9397-92214536c6a6" providerId="ADAL" clId="{2B60647F-094B-4651-A2BD-13DD3D5E3720}" dt="2024-08-24T08:23:37.123" v="2012"/>
          <ac:spMkLst>
            <pc:docMk/>
            <pc:sldMk cId="3506459718" sldId="343"/>
            <ac:spMk id="13" creationId="{FE54AADB-50C7-4293-94C0-27361A32B8CF}"/>
          </ac:spMkLst>
        </pc:spChg>
        <pc:picChg chg="del">
          <ac:chgData name="Tưởng Việt Quân (VF-VPTXVF5-34-CTXVFe34)" userId="c95d1d9d-0d7c-49ab-9397-92214536c6a6" providerId="ADAL" clId="{2B60647F-094B-4651-A2BD-13DD3D5E3720}" dt="2024-08-24T08:23:39.279" v="2013" actId="478"/>
          <ac:picMkLst>
            <pc:docMk/>
            <pc:sldMk cId="3506459718" sldId="343"/>
            <ac:picMk id="2" creationId="{68BB109D-B860-BD62-64FA-B720A46795BC}"/>
          </ac:picMkLst>
        </pc:picChg>
        <pc:picChg chg="del">
          <ac:chgData name="Tưởng Việt Quân (VF-VPTXVF5-34-CTXVFe34)" userId="c95d1d9d-0d7c-49ab-9397-92214536c6a6" providerId="ADAL" clId="{2B60647F-094B-4651-A2BD-13DD3D5E3720}" dt="2024-08-24T08:23:39.939" v="2014" actId="478"/>
          <ac:picMkLst>
            <pc:docMk/>
            <pc:sldMk cId="3506459718" sldId="343"/>
            <ac:picMk id="14" creationId="{B47CD3DB-370C-46B1-51D3-EBCA4E95A76E}"/>
          </ac:picMkLst>
        </pc:picChg>
      </pc:sldChg>
    </pc:docChg>
  </pc:docChgLst>
  <pc:docChgLst>
    <pc:chgData name="Prince Swaminathan (VF-VPTXVF5-34-CTXVFe34)" userId="65b4cff4-ba9a-430f-8bb3-55f2fb927770" providerId="ADAL" clId="{1FF984BF-09C0-4DDD-B092-F64A5FD676B1}"/>
    <pc:docChg chg="custSel modSld">
      <pc:chgData name="Prince Swaminathan (VF-VPTXVF5-34-CTXVFe34)" userId="65b4cff4-ba9a-430f-8bb3-55f2fb927770" providerId="ADAL" clId="{1FF984BF-09C0-4DDD-B092-F64A5FD676B1}" dt="2024-08-26T17:56:31.159" v="22" actId="20577"/>
      <pc:docMkLst>
        <pc:docMk/>
      </pc:docMkLst>
      <pc:sldChg chg="modSp mod">
        <pc:chgData name="Prince Swaminathan (VF-VPTXVF5-34-CTXVFe34)" userId="65b4cff4-ba9a-430f-8bb3-55f2fb927770" providerId="ADAL" clId="{1FF984BF-09C0-4DDD-B092-F64A5FD676B1}" dt="2024-08-26T17:56:31.159" v="22" actId="20577"/>
        <pc:sldMkLst>
          <pc:docMk/>
          <pc:sldMk cId="782014981" sldId="280"/>
        </pc:sldMkLst>
        <pc:graphicFrameChg chg="modGraphic">
          <ac:chgData name="Prince Swaminathan (VF-VPTXVF5-34-CTXVFe34)" userId="65b4cff4-ba9a-430f-8bb3-55f2fb927770" providerId="ADAL" clId="{1FF984BF-09C0-4DDD-B092-F64A5FD676B1}" dt="2024-08-26T17:56:31.159" v="22" actId="20577"/>
          <ac:graphicFrameMkLst>
            <pc:docMk/>
            <pc:sldMk cId="782014981" sldId="280"/>
            <ac:graphicFrameMk id="4" creationId="{AF246753-0AFD-CF49-B134-DB31F12B8DD6}"/>
          </ac:graphicFrameMkLst>
        </pc:graphicFrameChg>
      </pc:sldChg>
      <pc:sldChg chg="modSp mod">
        <pc:chgData name="Prince Swaminathan (VF-VPTXVF5-34-CTXVFe34)" userId="65b4cff4-ba9a-430f-8bb3-55f2fb927770" providerId="ADAL" clId="{1FF984BF-09C0-4DDD-B092-F64A5FD676B1}" dt="2024-08-26T17:36:33.094" v="1" actId="6549"/>
        <pc:sldMkLst>
          <pc:docMk/>
          <pc:sldMk cId="3400989009" sldId="317"/>
        </pc:sldMkLst>
        <pc:spChg chg="mod">
          <ac:chgData name="Prince Swaminathan (VF-VPTXVF5-34-CTXVFe34)" userId="65b4cff4-ba9a-430f-8bb3-55f2fb927770" providerId="ADAL" clId="{1FF984BF-09C0-4DDD-B092-F64A5FD676B1}" dt="2024-08-26T17:36:33.094" v="1" actId="6549"/>
          <ac:spMkLst>
            <pc:docMk/>
            <pc:sldMk cId="3400989009" sldId="317"/>
            <ac:spMk id="21" creationId="{EE320B26-C8C6-F275-8FCB-49DE042A259D}"/>
          </ac:spMkLst>
        </pc:spChg>
      </pc:sldChg>
      <pc:sldChg chg="modSp mod">
        <pc:chgData name="Prince Swaminathan (VF-VPTXVF5-34-CTXVFe34)" userId="65b4cff4-ba9a-430f-8bb3-55f2fb927770" providerId="ADAL" clId="{1FF984BF-09C0-4DDD-B092-F64A5FD676B1}" dt="2024-08-26T17:33:17.776" v="0" actId="20577"/>
        <pc:sldMkLst>
          <pc:docMk/>
          <pc:sldMk cId="3906677449" sldId="321"/>
        </pc:sldMkLst>
        <pc:graphicFrameChg chg="modGraphic">
          <ac:chgData name="Prince Swaminathan (VF-VPTXVF5-34-CTXVFe34)" userId="65b4cff4-ba9a-430f-8bb3-55f2fb927770" providerId="ADAL" clId="{1FF984BF-09C0-4DDD-B092-F64A5FD676B1}" dt="2024-08-26T17:33:17.776" v="0" actId="20577"/>
          <ac:graphicFrameMkLst>
            <pc:docMk/>
            <pc:sldMk cId="3906677449" sldId="321"/>
            <ac:graphicFrameMk id="6" creationId="{851BEBA7-E3CC-B9F5-32DD-CAA4E07C87C1}"/>
          </ac:graphicFrameMkLst>
        </pc:graphicFrameChg>
      </pc:sldChg>
      <pc:sldChg chg="modSp mod">
        <pc:chgData name="Prince Swaminathan (VF-VPTXVF5-34-CTXVFe34)" userId="65b4cff4-ba9a-430f-8bb3-55f2fb927770" providerId="ADAL" clId="{1FF984BF-09C0-4DDD-B092-F64A5FD676B1}" dt="2024-08-26T17:42:31.139" v="5" actId="20577"/>
        <pc:sldMkLst>
          <pc:docMk/>
          <pc:sldMk cId="4211675952" sldId="330"/>
        </pc:sldMkLst>
        <pc:graphicFrameChg chg="modGraphic">
          <ac:chgData name="Prince Swaminathan (VF-VPTXVF5-34-CTXVFe34)" userId="65b4cff4-ba9a-430f-8bb3-55f2fb927770" providerId="ADAL" clId="{1FF984BF-09C0-4DDD-B092-F64A5FD676B1}" dt="2024-08-26T17:42:31.139" v="5" actId="20577"/>
          <ac:graphicFrameMkLst>
            <pc:docMk/>
            <pc:sldMk cId="4211675952" sldId="330"/>
            <ac:graphicFrameMk id="2" creationId="{46CE5430-8B98-D0D8-33AA-9214DDBF725A}"/>
          </ac:graphicFrameMkLst>
        </pc:graphicFrameChg>
      </pc:sldChg>
    </pc:docChg>
  </pc:docChgLst>
  <pc:docChgLst>
    <pc:chgData name="Tưởng Việt Quân (VF-VPTXVF5-34-CTXVFe34)" userId="c95d1d9d-0d7c-49ab-9397-92214536c6a6" providerId="ADAL" clId="{165C60C0-1042-4414-940D-D4C6025E210E}"/>
    <pc:docChg chg="undo custSel modSld sldOrd">
      <pc:chgData name="Tưởng Việt Quân (VF-VPTXVF5-34-CTXVFe34)" userId="c95d1d9d-0d7c-49ab-9397-92214536c6a6" providerId="ADAL" clId="{165C60C0-1042-4414-940D-D4C6025E210E}" dt="2024-08-27T10:32:21.623" v="2240" actId="20577"/>
      <pc:docMkLst>
        <pc:docMk/>
      </pc:docMkLst>
      <pc:sldChg chg="addSp delSp modSp mod">
        <pc:chgData name="Tưởng Việt Quân (VF-VPTXVF5-34-CTXVFe34)" userId="c95d1d9d-0d7c-49ab-9397-92214536c6a6" providerId="ADAL" clId="{165C60C0-1042-4414-940D-D4C6025E210E}" dt="2024-08-27T10:32:21.623" v="2240" actId="20577"/>
        <pc:sldMkLst>
          <pc:docMk/>
          <pc:sldMk cId="3400989009" sldId="317"/>
        </pc:sldMkLst>
        <pc:spChg chg="mod">
          <ac:chgData name="Tưởng Việt Quân (VF-VPTXVF5-34-CTXVFe34)" userId="c95d1d9d-0d7c-49ab-9397-92214536c6a6" providerId="ADAL" clId="{165C60C0-1042-4414-940D-D4C6025E210E}" dt="2024-08-27T10:32:21.623" v="2240" actId="20577"/>
          <ac:spMkLst>
            <pc:docMk/>
            <pc:sldMk cId="3400989009" sldId="317"/>
            <ac:spMk id="21" creationId="{EE320B26-C8C6-F275-8FCB-49DE042A259D}"/>
          </ac:spMkLst>
        </pc:spChg>
        <pc:picChg chg="add mod ord">
          <ac:chgData name="Tưởng Việt Quân (VF-VPTXVF5-34-CTXVFe34)" userId="c95d1d9d-0d7c-49ab-9397-92214536c6a6" providerId="ADAL" clId="{165C60C0-1042-4414-940D-D4C6025E210E}" dt="2024-08-27T10:32:00.726" v="2199" actId="1076"/>
          <ac:picMkLst>
            <pc:docMk/>
            <pc:sldMk cId="3400989009" sldId="317"/>
            <ac:picMk id="4" creationId="{F4FA4412-0906-E246-1372-FDBBBDEF1A79}"/>
          </ac:picMkLst>
        </pc:picChg>
        <pc:picChg chg="del mod">
          <ac:chgData name="Tưởng Việt Quân (VF-VPTXVF5-34-CTXVFe34)" userId="c95d1d9d-0d7c-49ab-9397-92214536c6a6" providerId="ADAL" clId="{165C60C0-1042-4414-940D-D4C6025E210E}" dt="2024-08-27T10:22:42.293" v="2041" actId="478"/>
          <ac:picMkLst>
            <pc:docMk/>
            <pc:sldMk cId="3400989009" sldId="317"/>
            <ac:picMk id="14" creationId="{A6082359-2F3D-E583-A782-9D4F03B3BD98}"/>
          </ac:picMkLst>
        </pc:picChg>
      </pc:sldChg>
      <pc:sldChg chg="addSp delSp modSp mod">
        <pc:chgData name="Tưởng Việt Quân (VF-VPTXVF5-34-CTXVFe34)" userId="c95d1d9d-0d7c-49ab-9397-92214536c6a6" providerId="ADAL" clId="{165C60C0-1042-4414-940D-D4C6025E210E}" dt="2024-08-27T09:09:47.460" v="9" actId="478"/>
        <pc:sldMkLst>
          <pc:docMk/>
          <pc:sldMk cId="4190959572" sldId="319"/>
        </pc:sldMkLst>
        <pc:picChg chg="add mod">
          <ac:chgData name="Tưởng Việt Quân (VF-VPTXVF5-34-CTXVFe34)" userId="c95d1d9d-0d7c-49ab-9397-92214536c6a6" providerId="ADAL" clId="{165C60C0-1042-4414-940D-D4C6025E210E}" dt="2024-08-27T09:09:44.020" v="7" actId="1076"/>
          <ac:picMkLst>
            <pc:docMk/>
            <pc:sldMk cId="4190959572" sldId="319"/>
            <ac:picMk id="4" creationId="{6FA44B28-7F2A-011B-B3E8-34BDE006CC83}"/>
          </ac:picMkLst>
        </pc:picChg>
        <pc:picChg chg="del">
          <ac:chgData name="Tưởng Việt Quân (VF-VPTXVF5-34-CTXVFe34)" userId="c95d1d9d-0d7c-49ab-9397-92214536c6a6" providerId="ADAL" clId="{165C60C0-1042-4414-940D-D4C6025E210E}" dt="2024-08-27T09:09:25.585" v="0" actId="478"/>
          <ac:picMkLst>
            <pc:docMk/>
            <pc:sldMk cId="4190959572" sldId="319"/>
            <ac:picMk id="22" creationId="{0FBD5697-CB8D-1DCC-C68A-D11EF7216BBA}"/>
          </ac:picMkLst>
        </pc:picChg>
        <pc:picChg chg="add del">
          <ac:chgData name="Tưởng Việt Quân (VF-VPTXVF5-34-CTXVFe34)" userId="c95d1d9d-0d7c-49ab-9397-92214536c6a6" providerId="ADAL" clId="{165C60C0-1042-4414-940D-D4C6025E210E}" dt="2024-08-27T09:09:47.460" v="9" actId="478"/>
          <ac:picMkLst>
            <pc:docMk/>
            <pc:sldMk cId="4190959572" sldId="319"/>
            <ac:picMk id="26" creationId="{72306DA2-C19C-D762-AB8B-7C0D33E72F67}"/>
          </ac:picMkLst>
        </pc:picChg>
      </pc:sldChg>
      <pc:sldChg chg="modSp mod ord">
        <pc:chgData name="Tưởng Việt Quân (VF-VPTXVF5-34-CTXVFe34)" userId="c95d1d9d-0d7c-49ab-9397-92214536c6a6" providerId="ADAL" clId="{165C60C0-1042-4414-940D-D4C6025E210E}" dt="2024-08-27T10:23:34.028" v="2055" actId="20577"/>
        <pc:sldMkLst>
          <pc:docMk/>
          <pc:sldMk cId="4103534744" sldId="324"/>
        </pc:sldMkLst>
        <pc:spChg chg="mod">
          <ac:chgData name="Tưởng Việt Quân (VF-VPTXVF5-34-CTXVFe34)" userId="c95d1d9d-0d7c-49ab-9397-92214536c6a6" providerId="ADAL" clId="{165C60C0-1042-4414-940D-D4C6025E210E}" dt="2024-08-27T09:46:17.722" v="732" actId="20577"/>
          <ac:spMkLst>
            <pc:docMk/>
            <pc:sldMk cId="4103534744" sldId="324"/>
            <ac:spMk id="6" creationId="{FED672FB-339A-4CF9-5FB9-BD1BA18616AC}"/>
          </ac:spMkLst>
        </pc:spChg>
        <pc:graphicFrameChg chg="mod modGraphic">
          <ac:chgData name="Tưởng Việt Quân (VF-VPTXVF5-34-CTXVFe34)" userId="c95d1d9d-0d7c-49ab-9397-92214536c6a6" providerId="ADAL" clId="{165C60C0-1042-4414-940D-D4C6025E210E}" dt="2024-08-27T10:23:34.028" v="2055" actId="20577"/>
          <ac:graphicFrameMkLst>
            <pc:docMk/>
            <pc:sldMk cId="4103534744" sldId="324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4:44.935" v="2068" actId="20577"/>
        <pc:sldMkLst>
          <pc:docMk/>
          <pc:sldMk cId="2548172633" sldId="327"/>
        </pc:sldMkLst>
        <pc:spChg chg="mod">
          <ac:chgData name="Tưởng Việt Quân (VF-VPTXVF5-34-CTXVFe34)" userId="c95d1d9d-0d7c-49ab-9397-92214536c6a6" providerId="ADAL" clId="{165C60C0-1042-4414-940D-D4C6025E210E}" dt="2024-08-27T09:49:07.129" v="783" actId="20577"/>
          <ac:spMkLst>
            <pc:docMk/>
            <pc:sldMk cId="2548172633" sldId="327"/>
            <ac:spMk id="6" creationId="{FED672FB-339A-4CF9-5FB9-BD1BA18616AC}"/>
          </ac:spMkLst>
        </pc:spChg>
        <pc:graphicFrameChg chg="modGraphic">
          <ac:chgData name="Tưởng Việt Quân (VF-VPTXVF5-34-CTXVFe34)" userId="c95d1d9d-0d7c-49ab-9397-92214536c6a6" providerId="ADAL" clId="{165C60C0-1042-4414-940D-D4C6025E210E}" dt="2024-08-27T10:24:44.935" v="2068" actId="20577"/>
          <ac:graphicFrameMkLst>
            <pc:docMk/>
            <pc:sldMk cId="2548172633" sldId="327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5:17.424" v="2080" actId="20577"/>
        <pc:sldMkLst>
          <pc:docMk/>
          <pc:sldMk cId="3705218324" sldId="328"/>
        </pc:sldMkLst>
        <pc:graphicFrameChg chg="mod modGraphic">
          <ac:chgData name="Tưởng Việt Quân (VF-VPTXVF5-34-CTXVFe34)" userId="c95d1d9d-0d7c-49ab-9397-92214536c6a6" providerId="ADAL" clId="{165C60C0-1042-4414-940D-D4C6025E210E}" dt="2024-08-27T10:25:17.424" v="2080" actId="20577"/>
          <ac:graphicFrameMkLst>
            <pc:docMk/>
            <pc:sldMk cId="3705218324" sldId="328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5:43.946" v="2093" actId="20577"/>
        <pc:sldMkLst>
          <pc:docMk/>
          <pc:sldMk cId="793307298" sldId="329"/>
        </pc:sldMkLst>
        <pc:graphicFrameChg chg="mod modGraphic">
          <ac:chgData name="Tưởng Việt Quân (VF-VPTXVF5-34-CTXVFe34)" userId="c95d1d9d-0d7c-49ab-9397-92214536c6a6" providerId="ADAL" clId="{165C60C0-1042-4414-940D-D4C6025E210E}" dt="2024-08-27T10:25:43.946" v="2093" actId="20577"/>
          <ac:graphicFrameMkLst>
            <pc:docMk/>
            <pc:sldMk cId="793307298" sldId="329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6:16.196" v="2105" actId="20577"/>
        <pc:sldMkLst>
          <pc:docMk/>
          <pc:sldMk cId="4211675952" sldId="330"/>
        </pc:sldMkLst>
        <pc:graphicFrameChg chg="mod modGraphic">
          <ac:chgData name="Tưởng Việt Quân (VF-VPTXVF5-34-CTXVFe34)" userId="c95d1d9d-0d7c-49ab-9397-92214536c6a6" providerId="ADAL" clId="{165C60C0-1042-4414-940D-D4C6025E210E}" dt="2024-08-27T10:26:16.196" v="2105" actId="20577"/>
          <ac:graphicFrameMkLst>
            <pc:docMk/>
            <pc:sldMk cId="4211675952" sldId="330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6:44.800" v="2117" actId="20577"/>
        <pc:sldMkLst>
          <pc:docMk/>
          <pc:sldMk cId="570734957" sldId="331"/>
        </pc:sldMkLst>
        <pc:graphicFrameChg chg="modGraphic">
          <ac:chgData name="Tưởng Việt Quân (VF-VPTXVF5-34-CTXVFe34)" userId="c95d1d9d-0d7c-49ab-9397-92214536c6a6" providerId="ADAL" clId="{165C60C0-1042-4414-940D-D4C6025E210E}" dt="2024-08-27T10:26:44.800" v="2117" actId="20577"/>
          <ac:graphicFrameMkLst>
            <pc:docMk/>
            <pc:sldMk cId="570734957" sldId="331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8:18.021" v="2129" actId="20577"/>
        <pc:sldMkLst>
          <pc:docMk/>
          <pc:sldMk cId="1644143977" sldId="332"/>
        </pc:sldMkLst>
        <pc:graphicFrameChg chg="mod modGraphic">
          <ac:chgData name="Tưởng Việt Quân (VF-VPTXVF5-34-CTXVFe34)" userId="c95d1d9d-0d7c-49ab-9397-92214536c6a6" providerId="ADAL" clId="{165C60C0-1042-4414-940D-D4C6025E210E}" dt="2024-08-27T10:28:18.021" v="2129" actId="20577"/>
          <ac:graphicFrameMkLst>
            <pc:docMk/>
            <pc:sldMk cId="1644143977" sldId="332"/>
            <ac:graphicFrameMk id="2" creationId="{46CE5430-8B98-D0D8-33AA-9214DDBF725A}"/>
          </ac:graphicFrameMkLst>
        </pc:graphicFrameChg>
        <pc:picChg chg="mod">
          <ac:chgData name="Tưởng Việt Quân (VF-VPTXVF5-34-CTXVFe34)" userId="c95d1d9d-0d7c-49ab-9397-92214536c6a6" providerId="ADAL" clId="{165C60C0-1042-4414-940D-D4C6025E210E}" dt="2024-08-27T10:07:44.515" v="1645" actId="14100"/>
          <ac:picMkLst>
            <pc:docMk/>
            <pc:sldMk cId="1644143977" sldId="332"/>
            <ac:picMk id="7" creationId="{29ED32BD-A502-264B-F506-96F65DB7A474}"/>
          </ac:picMkLst>
        </pc:picChg>
        <pc:picChg chg="mod">
          <ac:chgData name="Tưởng Việt Quân (VF-VPTXVF5-34-CTXVFe34)" userId="c95d1d9d-0d7c-49ab-9397-92214536c6a6" providerId="ADAL" clId="{165C60C0-1042-4414-940D-D4C6025E210E}" dt="2024-08-27T10:07:48.440" v="1647" actId="14100"/>
          <ac:picMkLst>
            <pc:docMk/>
            <pc:sldMk cId="1644143977" sldId="332"/>
            <ac:picMk id="11" creationId="{48C29826-580F-BA47-7BC9-D871D49DE8BE}"/>
          </ac:picMkLst>
        </pc:picChg>
      </pc:sldChg>
      <pc:sldChg chg="modSp mod">
        <pc:chgData name="Tưởng Việt Quân (VF-VPTXVF5-34-CTXVFe34)" userId="c95d1d9d-0d7c-49ab-9397-92214536c6a6" providerId="ADAL" clId="{165C60C0-1042-4414-940D-D4C6025E210E}" dt="2024-08-27T10:28:53.831" v="2141" actId="20577"/>
        <pc:sldMkLst>
          <pc:docMk/>
          <pc:sldMk cId="3309883486" sldId="333"/>
        </pc:sldMkLst>
        <pc:graphicFrameChg chg="modGraphic">
          <ac:chgData name="Tưởng Việt Quân (VF-VPTXVF5-34-CTXVFe34)" userId="c95d1d9d-0d7c-49ab-9397-92214536c6a6" providerId="ADAL" clId="{165C60C0-1042-4414-940D-D4C6025E210E}" dt="2024-08-27T10:28:53.831" v="2141" actId="20577"/>
          <ac:graphicFrameMkLst>
            <pc:docMk/>
            <pc:sldMk cId="3309883486" sldId="333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29:31.119" v="2153" actId="20577"/>
        <pc:sldMkLst>
          <pc:docMk/>
          <pc:sldMk cId="2134117441" sldId="334"/>
        </pc:sldMkLst>
        <pc:spChg chg="mod">
          <ac:chgData name="Tưởng Việt Quân (VF-VPTXVF5-34-CTXVFe34)" userId="c95d1d9d-0d7c-49ab-9397-92214536c6a6" providerId="ADAL" clId="{165C60C0-1042-4414-940D-D4C6025E210E}" dt="2024-08-27T10:21:34.524" v="2039" actId="20577"/>
          <ac:spMkLst>
            <pc:docMk/>
            <pc:sldMk cId="2134117441" sldId="334"/>
            <ac:spMk id="6" creationId="{FED672FB-339A-4CF9-5FB9-BD1BA18616AC}"/>
          </ac:spMkLst>
        </pc:spChg>
        <pc:graphicFrameChg chg="modGraphic">
          <ac:chgData name="Tưởng Việt Quân (VF-VPTXVF5-34-CTXVFe34)" userId="c95d1d9d-0d7c-49ab-9397-92214536c6a6" providerId="ADAL" clId="{165C60C0-1042-4414-940D-D4C6025E210E}" dt="2024-08-27T10:29:31.119" v="2153" actId="20577"/>
          <ac:graphicFrameMkLst>
            <pc:docMk/>
            <pc:sldMk cId="2134117441" sldId="334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30:22.445" v="2165" actId="20577"/>
        <pc:sldMkLst>
          <pc:docMk/>
          <pc:sldMk cId="3482103894" sldId="335"/>
        </pc:sldMkLst>
        <pc:graphicFrameChg chg="modGraphic">
          <ac:chgData name="Tưởng Việt Quân (VF-VPTXVF5-34-CTXVFe34)" userId="c95d1d9d-0d7c-49ab-9397-92214536c6a6" providerId="ADAL" clId="{165C60C0-1042-4414-940D-D4C6025E210E}" dt="2024-08-27T10:30:22.445" v="2165" actId="20577"/>
          <ac:graphicFrameMkLst>
            <pc:docMk/>
            <pc:sldMk cId="3482103894" sldId="335"/>
            <ac:graphicFrameMk id="2" creationId="{46CE5430-8B98-D0D8-33AA-9214DDBF725A}"/>
          </ac:graphicFrameMkLst>
        </pc:graphicFrameChg>
      </pc:sldChg>
      <pc:sldChg chg="modSp mod">
        <pc:chgData name="Tưởng Việt Quân (VF-VPTXVF5-34-CTXVFe34)" userId="c95d1d9d-0d7c-49ab-9397-92214536c6a6" providerId="ADAL" clId="{165C60C0-1042-4414-940D-D4C6025E210E}" dt="2024-08-27T10:30:45.153" v="2177" actId="20577"/>
        <pc:sldMkLst>
          <pc:docMk/>
          <pc:sldMk cId="983901268" sldId="336"/>
        </pc:sldMkLst>
        <pc:graphicFrameChg chg="modGraphic">
          <ac:chgData name="Tưởng Việt Quân (VF-VPTXVF5-34-CTXVFe34)" userId="c95d1d9d-0d7c-49ab-9397-92214536c6a6" providerId="ADAL" clId="{165C60C0-1042-4414-940D-D4C6025E210E}" dt="2024-08-27T10:30:45.153" v="2177" actId="20577"/>
          <ac:graphicFrameMkLst>
            <pc:docMk/>
            <pc:sldMk cId="983901268" sldId="336"/>
            <ac:graphicFrameMk id="2" creationId="{46CE5430-8B98-D0D8-33AA-9214DDBF725A}"/>
          </ac:graphicFrameMkLst>
        </pc:graphicFrameChg>
        <pc:picChg chg="mod">
          <ac:chgData name="Tưởng Việt Quân (VF-VPTXVF5-34-CTXVFe34)" userId="c95d1d9d-0d7c-49ab-9397-92214536c6a6" providerId="ADAL" clId="{165C60C0-1042-4414-940D-D4C6025E210E}" dt="2024-08-27T10:16:54.357" v="1970" actId="14100"/>
          <ac:picMkLst>
            <pc:docMk/>
            <pc:sldMk cId="983901268" sldId="336"/>
            <ac:picMk id="7" creationId="{EDCDABB5-2407-4F60-AEF4-2D42C6CFB208}"/>
          </ac:picMkLst>
        </pc:picChg>
        <pc:picChg chg="mod">
          <ac:chgData name="Tưởng Việt Quân (VF-VPTXVF5-34-CTXVFe34)" userId="c95d1d9d-0d7c-49ab-9397-92214536c6a6" providerId="ADAL" clId="{165C60C0-1042-4414-940D-D4C6025E210E}" dt="2024-08-27T10:17:05.903" v="1974" actId="14100"/>
          <ac:picMkLst>
            <pc:docMk/>
            <pc:sldMk cId="983901268" sldId="336"/>
            <ac:picMk id="9" creationId="{3A670D0E-DC03-8A6A-9A58-E8889C6C4944}"/>
          </ac:picMkLst>
        </pc:picChg>
      </pc:sldChg>
      <pc:sldChg chg="modSp mod">
        <pc:chgData name="Tưởng Việt Quân (VF-VPTXVF5-34-CTXVFe34)" userId="c95d1d9d-0d7c-49ab-9397-92214536c6a6" providerId="ADAL" clId="{165C60C0-1042-4414-940D-D4C6025E210E}" dt="2024-08-27T10:31:23.292" v="2193" actId="20577"/>
        <pc:sldMkLst>
          <pc:docMk/>
          <pc:sldMk cId="693546867" sldId="337"/>
        </pc:sldMkLst>
        <pc:graphicFrameChg chg="modGraphic">
          <ac:chgData name="Tưởng Việt Quân (VF-VPTXVF5-34-CTXVFe34)" userId="c95d1d9d-0d7c-49ab-9397-92214536c6a6" providerId="ADAL" clId="{165C60C0-1042-4414-940D-D4C6025E210E}" dt="2024-08-27T10:31:23.292" v="2193" actId="20577"/>
          <ac:graphicFrameMkLst>
            <pc:docMk/>
            <pc:sldMk cId="693546867" sldId="337"/>
            <ac:graphicFrameMk id="2" creationId="{46CE5430-8B98-D0D8-33AA-9214DDBF725A}"/>
          </ac:graphicFrameMkLst>
        </pc:graphicFrameChg>
      </pc:sldChg>
    </pc:docChg>
  </pc:docChgLst>
  <pc:docChgLst>
    <pc:chgData name="Tưởng Việt Quân (VF-VPTXVF5-34-CTXVFe34)" userId="S::quantv10@vingroup.net::c95d1d9d-0d7c-49ab-9397-92214536c6a6" providerId="AD" clId="Web-{9BDC853C-BB26-410A-A405-82CA8BA621D0}"/>
    <pc:docChg chg="addSld delSld modSld sldOrd modSection">
      <pc:chgData name="Tưởng Việt Quân (VF-VPTXVF5-34-CTXVFe34)" userId="S::quantv10@vingroup.net::c95d1d9d-0d7c-49ab-9397-92214536c6a6" providerId="AD" clId="Web-{9BDC853C-BB26-410A-A405-82CA8BA621D0}" dt="2024-08-23T09:17:29.697" v="54" actId="20577"/>
      <pc:docMkLst>
        <pc:docMk/>
      </pc:docMkLst>
      <pc:sldChg chg="ord">
        <pc:chgData name="Tưởng Việt Quân (VF-VPTXVF5-34-CTXVFe34)" userId="S::quantv10@vingroup.net::c95d1d9d-0d7c-49ab-9397-92214536c6a6" providerId="AD" clId="Web-{9BDC853C-BB26-410A-A405-82CA8BA621D0}" dt="2024-08-23T09:16:19.742" v="32"/>
        <pc:sldMkLst>
          <pc:docMk/>
          <pc:sldMk cId="1329197397" sldId="288"/>
        </pc:sldMkLst>
      </pc:sldChg>
      <pc:sldChg chg="add del ord">
        <pc:chgData name="Tưởng Việt Quân (VF-VPTXVF5-34-CTXVFe34)" userId="S::quantv10@vingroup.net::c95d1d9d-0d7c-49ab-9397-92214536c6a6" providerId="AD" clId="Web-{9BDC853C-BB26-410A-A405-82CA8BA621D0}" dt="2024-08-23T09:16:19.742" v="31"/>
        <pc:sldMkLst>
          <pc:docMk/>
          <pc:sldMk cId="1644669205" sldId="289"/>
        </pc:sldMkLst>
      </pc:sldChg>
      <pc:sldChg chg="addSp delSp modSp mod setBg">
        <pc:chgData name="Tưởng Việt Quân (VF-VPTXVF5-34-CTXVFe34)" userId="S::quantv10@vingroup.net::c95d1d9d-0d7c-49ab-9397-92214536c6a6" providerId="AD" clId="Web-{9BDC853C-BB26-410A-A405-82CA8BA621D0}" dt="2024-08-23T09:10:18.228" v="20" actId="20577"/>
        <pc:sldMkLst>
          <pc:docMk/>
          <pc:sldMk cId="2996983220" sldId="294"/>
        </pc:sldMkLst>
        <pc:spChg chg="mod ord">
          <ac:chgData name="Tưởng Việt Quân (VF-VPTXVF5-34-CTXVFe34)" userId="S::quantv10@vingroup.net::c95d1d9d-0d7c-49ab-9397-92214536c6a6" providerId="AD" clId="Web-{9BDC853C-BB26-410A-A405-82CA8BA621D0}" dt="2024-08-23T09:10:18.228" v="20" actId="20577"/>
          <ac:spMkLst>
            <pc:docMk/>
            <pc:sldMk cId="2996983220" sldId="294"/>
            <ac:spMk id="4" creationId="{F2456E52-84BB-8795-D5AC-E26D28DF490E}"/>
          </ac:spMkLst>
        </pc:spChg>
        <pc:spChg chg="add del">
          <ac:chgData name="Tưởng Việt Quân (VF-VPTXVF5-34-CTXVFe34)" userId="S::quantv10@vingroup.net::c95d1d9d-0d7c-49ab-9397-92214536c6a6" providerId="AD" clId="Web-{9BDC853C-BB26-410A-A405-82CA8BA621D0}" dt="2024-08-23T09:09:32.617" v="9"/>
          <ac:spMkLst>
            <pc:docMk/>
            <pc:sldMk cId="2996983220" sldId="294"/>
            <ac:spMk id="9" creationId="{0D7B6173-1D58-48E2-83CF-37350F315F75}"/>
          </ac:spMkLst>
        </pc:spChg>
        <pc:spChg chg="add del">
          <ac:chgData name="Tưởng Việt Quân (VF-VPTXVF5-34-CTXVFe34)" userId="S::quantv10@vingroup.net::c95d1d9d-0d7c-49ab-9397-92214536c6a6" providerId="AD" clId="Web-{9BDC853C-BB26-410A-A405-82CA8BA621D0}" dt="2024-08-23T09:09:32.617" v="9"/>
          <ac:spMkLst>
            <pc:docMk/>
            <pc:sldMk cId="2996983220" sldId="294"/>
            <ac:spMk id="11" creationId="{2F36CA75-CFBF-4844-B719-8FE9EBADA9AF}"/>
          </ac:spMkLst>
        </pc:spChg>
        <pc:spChg chg="add del">
          <ac:chgData name="Tưởng Việt Quân (VF-VPTXVF5-34-CTXVFe34)" userId="S::quantv10@vingroup.net::c95d1d9d-0d7c-49ab-9397-92214536c6a6" providerId="AD" clId="Web-{9BDC853C-BB26-410A-A405-82CA8BA621D0}" dt="2024-08-23T09:09:32.617" v="9"/>
          <ac:spMkLst>
            <pc:docMk/>
            <pc:sldMk cId="2996983220" sldId="294"/>
            <ac:spMk id="13" creationId="{3D4A84B9-E564-4DD0-97F8-DBF1C460C28A}"/>
          </ac:spMkLst>
        </pc:spChg>
        <pc:spChg chg="add del">
          <ac:chgData name="Tưởng Việt Quân (VF-VPTXVF5-34-CTXVFe34)" userId="S::quantv10@vingroup.net::c95d1d9d-0d7c-49ab-9397-92214536c6a6" providerId="AD" clId="Web-{9BDC853C-BB26-410A-A405-82CA8BA621D0}" dt="2024-08-23T09:09:32.617" v="9"/>
          <ac:spMkLst>
            <pc:docMk/>
            <pc:sldMk cId="2996983220" sldId="294"/>
            <ac:spMk id="17" creationId="{102382E0-0A09-46AE-B955-B911CAFE7F00}"/>
          </ac:spMkLst>
        </pc:spChg>
        <pc:spChg chg="add del">
          <ac:chgData name="Tưởng Việt Quân (VF-VPTXVF5-34-CTXVFe34)" userId="S::quantv10@vingroup.net::c95d1d9d-0d7c-49ab-9397-92214536c6a6" providerId="AD" clId="Web-{9BDC853C-BB26-410A-A405-82CA8BA621D0}" dt="2024-08-23T09:09:32.617" v="9"/>
          <ac:spMkLst>
            <pc:docMk/>
            <pc:sldMk cId="2996983220" sldId="294"/>
            <ac:spMk id="19" creationId="{7DE75D4A-0965-4973-BE75-DECCAC9A9614}"/>
          </ac:spMkLst>
        </pc:spChg>
        <pc:spChg chg="add del">
          <ac:chgData name="Tưởng Việt Quân (VF-VPTXVF5-34-CTXVFe34)" userId="S::quantv10@vingroup.net::c95d1d9d-0d7c-49ab-9397-92214536c6a6" providerId="AD" clId="Web-{9BDC853C-BB26-410A-A405-82CA8BA621D0}" dt="2024-08-23T09:09:39.539" v="11"/>
          <ac:spMkLst>
            <pc:docMk/>
            <pc:sldMk cId="2996983220" sldId="294"/>
            <ac:spMk id="21" creationId="{99F1FFA9-D672-408C-9220-ADEEC6ABDD09}"/>
          </ac:spMkLst>
        </pc:spChg>
        <pc:spChg chg="add">
          <ac:chgData name="Tưởng Việt Quân (VF-VPTXVF5-34-CTXVFe34)" userId="S::quantv10@vingroup.net::c95d1d9d-0d7c-49ab-9397-92214536c6a6" providerId="AD" clId="Web-{9BDC853C-BB26-410A-A405-82CA8BA621D0}" dt="2024-08-23T09:09:39.602" v="12"/>
          <ac:spMkLst>
            <pc:docMk/>
            <pc:sldMk cId="2996983220" sldId="294"/>
            <ac:spMk id="23" creationId="{0D7B6173-1D58-48E2-83CF-37350F315F75}"/>
          </ac:spMkLst>
        </pc:spChg>
        <pc:spChg chg="add">
          <ac:chgData name="Tưởng Việt Quân (VF-VPTXVF5-34-CTXVFe34)" userId="S::quantv10@vingroup.net::c95d1d9d-0d7c-49ab-9397-92214536c6a6" providerId="AD" clId="Web-{9BDC853C-BB26-410A-A405-82CA8BA621D0}" dt="2024-08-23T09:09:39.602" v="12"/>
          <ac:spMkLst>
            <pc:docMk/>
            <pc:sldMk cId="2996983220" sldId="294"/>
            <ac:spMk id="24" creationId="{2F36CA75-CFBF-4844-B719-8FE9EBADA9AF}"/>
          </ac:spMkLst>
        </pc:spChg>
        <pc:spChg chg="add">
          <ac:chgData name="Tưởng Việt Quân (VF-VPTXVF5-34-CTXVFe34)" userId="S::quantv10@vingroup.net::c95d1d9d-0d7c-49ab-9397-92214536c6a6" providerId="AD" clId="Web-{9BDC853C-BB26-410A-A405-82CA8BA621D0}" dt="2024-08-23T09:09:39.602" v="12"/>
          <ac:spMkLst>
            <pc:docMk/>
            <pc:sldMk cId="2996983220" sldId="294"/>
            <ac:spMk id="25" creationId="{3D4A84B9-E564-4DD0-97F8-DBF1C460C28A}"/>
          </ac:spMkLst>
        </pc:spChg>
        <pc:spChg chg="add">
          <ac:chgData name="Tưởng Việt Quân (VF-VPTXVF5-34-CTXVFe34)" userId="S::quantv10@vingroup.net::c95d1d9d-0d7c-49ab-9397-92214536c6a6" providerId="AD" clId="Web-{9BDC853C-BB26-410A-A405-82CA8BA621D0}" dt="2024-08-23T09:09:39.602" v="12"/>
          <ac:spMkLst>
            <pc:docMk/>
            <pc:sldMk cId="2996983220" sldId="294"/>
            <ac:spMk id="27" creationId="{102382E0-0A09-46AE-B955-B911CAFE7F00}"/>
          </ac:spMkLst>
        </pc:spChg>
        <pc:spChg chg="add">
          <ac:chgData name="Tưởng Việt Quân (VF-VPTXVF5-34-CTXVFe34)" userId="S::quantv10@vingroup.net::c95d1d9d-0d7c-49ab-9397-92214536c6a6" providerId="AD" clId="Web-{9BDC853C-BB26-410A-A405-82CA8BA621D0}" dt="2024-08-23T09:09:39.602" v="12"/>
          <ac:spMkLst>
            <pc:docMk/>
            <pc:sldMk cId="2996983220" sldId="294"/>
            <ac:spMk id="28" creationId="{7DE75D4A-0965-4973-BE75-DECCAC9A9614}"/>
          </ac:spMkLst>
        </pc:spChg>
        <pc:picChg chg="add mod">
          <ac:chgData name="Tưởng Việt Quân (VF-VPTXVF5-34-CTXVFe34)" userId="S::quantv10@vingroup.net::c95d1d9d-0d7c-49ab-9397-92214536c6a6" providerId="AD" clId="Web-{9BDC853C-BB26-410A-A405-82CA8BA621D0}" dt="2024-08-23T09:09:39.602" v="12"/>
          <ac:picMkLst>
            <pc:docMk/>
            <pc:sldMk cId="2996983220" sldId="294"/>
            <ac:picMk id="2" creationId="{CE91F8F9-6948-2F16-723B-24364D836D04}"/>
          </ac:picMkLst>
        </pc:picChg>
        <pc:picChg chg="add mod modCrop">
          <ac:chgData name="Tưởng Việt Quân (VF-VPTXVF5-34-CTXVFe34)" userId="S::quantv10@vingroup.net::c95d1d9d-0d7c-49ab-9397-92214536c6a6" providerId="AD" clId="Web-{9BDC853C-BB26-410A-A405-82CA8BA621D0}" dt="2024-08-23T09:09:39.602" v="12"/>
          <ac:picMkLst>
            <pc:docMk/>
            <pc:sldMk cId="2996983220" sldId="294"/>
            <ac:picMk id="3" creationId="{B8DD70A2-B57B-6CA3-1182-E906980522C3}"/>
          </ac:picMkLst>
        </pc:picChg>
        <pc:picChg chg="add del">
          <ac:chgData name="Tưởng Việt Quân (VF-VPTXVF5-34-CTXVFe34)" userId="S::quantv10@vingroup.net::c95d1d9d-0d7c-49ab-9397-92214536c6a6" providerId="AD" clId="Web-{9BDC853C-BB26-410A-A405-82CA8BA621D0}" dt="2024-08-23T09:09:32.617" v="9"/>
          <ac:picMkLst>
            <pc:docMk/>
            <pc:sldMk cId="2996983220" sldId="294"/>
            <ac:picMk id="15" creationId="{4A599609-F5C2-4A0B-A992-913F814A631A}"/>
          </ac:picMkLst>
        </pc:picChg>
        <pc:picChg chg="add">
          <ac:chgData name="Tưởng Việt Quân (VF-VPTXVF5-34-CTXVFe34)" userId="S::quantv10@vingroup.net::c95d1d9d-0d7c-49ab-9397-92214536c6a6" providerId="AD" clId="Web-{9BDC853C-BB26-410A-A405-82CA8BA621D0}" dt="2024-08-23T09:09:39.602" v="12"/>
          <ac:picMkLst>
            <pc:docMk/>
            <pc:sldMk cId="2996983220" sldId="294"/>
            <ac:picMk id="26" creationId="{4A599609-F5C2-4A0B-A992-913F814A631A}"/>
          </ac:picMkLst>
        </pc:picChg>
      </pc:sldChg>
      <pc:sldChg chg="modSp add ord">
        <pc:chgData name="Tưởng Việt Quân (VF-VPTXVF5-34-CTXVFe34)" userId="S::quantv10@vingroup.net::c95d1d9d-0d7c-49ab-9397-92214536c6a6" providerId="AD" clId="Web-{9BDC853C-BB26-410A-A405-82CA8BA621D0}" dt="2024-08-23T09:16:41.321" v="45" actId="20577"/>
        <pc:sldMkLst>
          <pc:docMk/>
          <pc:sldMk cId="3906677449" sldId="321"/>
        </pc:sldMkLst>
        <pc:spChg chg="mod">
          <ac:chgData name="Tưởng Việt Quân (VF-VPTXVF5-34-CTXVFe34)" userId="S::quantv10@vingroup.net::c95d1d9d-0d7c-49ab-9397-92214536c6a6" providerId="AD" clId="Web-{9BDC853C-BB26-410A-A405-82CA8BA621D0}" dt="2024-08-23T09:16:41.321" v="45" actId="20577"/>
          <ac:spMkLst>
            <pc:docMk/>
            <pc:sldMk cId="3906677449" sldId="321"/>
            <ac:spMk id="5" creationId="{BB8952C5-36C3-AD25-2B41-59153E2EF5F3}"/>
          </ac:spMkLst>
        </pc:spChg>
      </pc:sldChg>
      <pc:sldChg chg="modSp add ord replId">
        <pc:chgData name="Tưởng Việt Quân (VF-VPTXVF5-34-CTXVFe34)" userId="S::quantv10@vingroup.net::c95d1d9d-0d7c-49ab-9397-92214536c6a6" providerId="AD" clId="Web-{9BDC853C-BB26-410A-A405-82CA8BA621D0}" dt="2024-08-23T09:17:29.697" v="54" actId="20577"/>
        <pc:sldMkLst>
          <pc:docMk/>
          <pc:sldMk cId="3938381172" sldId="322"/>
        </pc:sldMkLst>
        <pc:spChg chg="mod">
          <ac:chgData name="Tưởng Việt Quân (VF-VPTXVF5-34-CTXVFe34)" userId="S::quantv10@vingroup.net::c95d1d9d-0d7c-49ab-9397-92214536c6a6" providerId="AD" clId="Web-{9BDC853C-BB26-410A-A405-82CA8BA621D0}" dt="2024-08-23T09:17:29.697" v="54" actId="20577"/>
          <ac:spMkLst>
            <pc:docMk/>
            <pc:sldMk cId="3938381172" sldId="322"/>
            <ac:spMk id="4" creationId="{F2456E52-84BB-8795-D5AC-E26D28DF490E}"/>
          </ac:spMkLst>
        </pc:spChg>
      </pc:sldChg>
    </pc:docChg>
  </pc:docChgLst>
  <pc:docChgLst>
    <pc:chgData name="Tưởng Việt Quân (VF-VPTXVF5-34-CTXVFe34)" userId="S::quantv10@vingroup.net::c95d1d9d-0d7c-49ab-9397-92214536c6a6" providerId="AD" clId="Web-{F1B775CF-7EC3-B090-4028-E008B6DEAEEB}"/>
    <pc:docChg chg="modSld">
      <pc:chgData name="Tưởng Việt Quân (VF-VPTXVF5-34-CTXVFe34)" userId="S::quantv10@vingroup.net::c95d1d9d-0d7c-49ab-9397-92214536c6a6" providerId="AD" clId="Web-{F1B775CF-7EC3-B090-4028-E008B6DEAEEB}" dt="2024-08-26T01:44:43.564" v="1"/>
      <pc:docMkLst>
        <pc:docMk/>
      </pc:docMkLst>
      <pc:sldChg chg="delSp">
        <pc:chgData name="Tưởng Việt Quân (VF-VPTXVF5-34-CTXVFe34)" userId="S::quantv10@vingroup.net::c95d1d9d-0d7c-49ab-9397-92214536c6a6" providerId="AD" clId="Web-{F1B775CF-7EC3-B090-4028-E008B6DEAEEB}" dt="2024-08-26T01:44:38.111" v="0"/>
        <pc:sldMkLst>
          <pc:docMk/>
          <pc:sldMk cId="2996983220" sldId="294"/>
        </pc:sldMkLst>
        <pc:spChg chg="del">
          <ac:chgData name="Tưởng Việt Quân (VF-VPTXVF5-34-CTXVFe34)" userId="S::quantv10@vingroup.net::c95d1d9d-0d7c-49ab-9397-92214536c6a6" providerId="AD" clId="Web-{F1B775CF-7EC3-B090-4028-E008B6DEAEEB}" dt="2024-08-26T01:44:38.111" v="0"/>
          <ac:spMkLst>
            <pc:docMk/>
            <pc:sldMk cId="2996983220" sldId="294"/>
            <ac:spMk id="5" creationId="{3317632C-E8CE-4E03-9028-8C3F14B2D653}"/>
          </ac:spMkLst>
        </pc:spChg>
      </pc:sldChg>
      <pc:sldChg chg="delSp">
        <pc:chgData name="Tưởng Việt Quân (VF-VPTXVF5-34-CTXVFe34)" userId="S::quantv10@vingroup.net::c95d1d9d-0d7c-49ab-9397-92214536c6a6" providerId="AD" clId="Web-{F1B775CF-7EC3-B090-4028-E008B6DEAEEB}" dt="2024-08-26T01:44:43.564" v="1"/>
        <pc:sldMkLst>
          <pc:docMk/>
          <pc:sldMk cId="3938381172" sldId="322"/>
        </pc:sldMkLst>
        <pc:spChg chg="del">
          <ac:chgData name="Tưởng Việt Quân (VF-VPTXVF5-34-CTXVFe34)" userId="S::quantv10@vingroup.net::c95d1d9d-0d7c-49ab-9397-92214536c6a6" providerId="AD" clId="Web-{F1B775CF-7EC3-B090-4028-E008B6DEAEEB}" dt="2024-08-26T01:44:43.564" v="1"/>
          <ac:spMkLst>
            <pc:docMk/>
            <pc:sldMk cId="3938381172" sldId="322"/>
            <ac:spMk id="5" creationId="{BB46D694-E7FD-8414-8121-433993740B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64E23-C645-4889-9643-8ABF90B621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AC14E-C780-466A-A0F1-E103A949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0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32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91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81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07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33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1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75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76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45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54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70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C4A95-9332-4F14-9D65-2794FC4AAF5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8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66C0-AE52-4854-7FFF-44DFDD4E7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33DBE-22F5-6DA9-F382-11D49143F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A0B6-3C8A-ECD7-C8E0-FA6CBF32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5D8-1A88-42AC-A378-E2587694E5A3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BB52B-5D67-9458-619A-84D2105D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2F9B-4D49-2123-4C1F-C3786DB3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5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11C5C-66C3-C21E-16A1-63C58DCA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907AE-45D6-5A3C-DE5E-BE0FF2B6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2CEAA-EA1A-0B62-BAD5-98C363E0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6352-A02A-4E74-9EBF-6F9711F24BCB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0E77E-CC33-70E6-743C-CB7B13EB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ECCA8-CF8A-8E0F-69CC-0E5E1E44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8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2DF6-C83A-EA9C-E152-BC493CCF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D5BC1-A945-988F-1DAE-5A50F6C17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BBF14-A8BF-E967-7DB8-C4AA4923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688CC-0310-4052-B3D9-A26C988D4C5F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4A62A-9550-51BF-59CE-C796EE7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68B7-C5C1-4630-F4D9-C97592D3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9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BFB0-DED4-4FA3-568D-C1A143C4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EB683-C101-B9DA-901F-4D3D02570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0B649-7694-BC30-906F-17DA827F9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3844E-892C-95A2-837A-B192C583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1D92-4D79-4F4C-8392-ED7C5E92C59B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2345-6974-CAD1-7A64-2DFB6C9A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C82AE-6477-9488-C217-0F1C700C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1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E572-4E4A-E485-ADA9-0C067895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70430-B7AA-6FAA-1400-99C41175B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85FDC-C20A-2588-A3B9-20139E4B4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5062C-E363-EF79-CFFC-013237543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EAC8A-E39B-07FC-DCE6-8BD67428A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E1B3E-0F19-4ECB-3A61-E3B0293C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EC70-E020-4CB4-BE1D-E00E4080FB03}" type="datetime1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87B2F-15A4-D0F3-8E5D-D0BECF78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8CD4D-723E-CFD7-7C8A-F76A8B1A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33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1A9C-EBE3-4654-0513-8B9A3E93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87ABF-4498-CF0D-C685-9BB4C067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7CCC5-0528-4850-BF0A-5D07D8E80BF0}" type="datetime1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683F7-DF63-4459-51E5-3665C23D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6BF20-AC67-2B75-A569-7089F2E3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1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93A9C-57BB-C3F8-5E84-1C92E16E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69675-F9A3-499B-925D-151B3F6415AD}" type="datetime1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B86D1-5213-8E37-137B-7EBC3C8F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B0EC-7733-744F-EB4C-759949FE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EABB-E79F-DF70-0CA6-8C06F50B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028E-0AA1-0D98-1327-C8E34E848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D1A2-15D3-B388-51C5-6D27F1A2C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0772F-4C3D-77D2-1ABF-9E194E8E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7093-9681-444E-B465-4289388A211B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37343-8B1D-F6D7-A78C-696B1E7A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88CAA-CCF3-4AC4-4277-040540C0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7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F92E-4F9D-3902-5527-78296A83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53804-4CCD-916A-558C-593CEED65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96C83-A8F3-EAF6-A771-4A7728B1B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B63BD-4309-5859-4966-652BE6FD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B836F-12E9-4918-AAF1-1922B7D93026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416E5-C8F6-FBB3-774F-5F747C79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D6700-70F6-EE74-0D2F-ADC3741E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6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69C-E6B8-47A8-B53B-AA2F76CD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8A9D2-1F89-C613-3380-8F470BB09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6466-D902-614E-A62E-FD36C4CF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2DF9-4D27-406E-9F95-C12B49658B0B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A55CD-D1F4-73DD-4D96-2BD1B6E4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3E42-D7EC-219D-4197-AA429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6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F8886-2790-D7E9-9F1D-501934863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30B14-8C1E-0EF0-F284-9BC8ED404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04E53-E573-4E2E-7FB4-EEB421B2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1159-6818-4536-AEB3-C6BADE98D02C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A2872-0730-AFD5-D8A2-1159012B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7DA3A-A24D-06D8-EC2D-1CC61EF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6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3A05B-17EB-A2E4-264A-F3C79D3B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459AA-88CC-A5FD-AAE0-940D87DAF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A37B6-6039-F5FD-9646-84DFC242B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8C644-CCB6-47A3-86F2-2DA849035FDF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2638B-D11C-7279-A48A-76054EB6A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B1C3B-1572-BF1A-F66C-3553D99F0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288BF-1489-44E0-9569-5992D4505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8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5.png"/><Relationship Id="rId7" Type="http://schemas.openxmlformats.org/officeDocument/2006/relationships/image" Target="../media/image4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eg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Giá Xe Vinfast VF e34 Tại Hải Phòng">
            <a:extLst>
              <a:ext uri="{FF2B5EF4-FFF2-40B4-BE49-F238E27FC236}">
                <a16:creationId xmlns:a16="http://schemas.microsoft.com/office/drawing/2014/main" id="{CE91F8F9-6948-2F16-723B-24364D836D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6306" r="24360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3" name="Picture 2" descr="BYD Dolphin đang được phân phối ở Thái Lan với 2 phiên bản gồm Standard Range giá 699.999 baht (480 triệu đồng) và Extended Range giá 859.999 baht (590 triệu đồng). Đây được xem là mẫu gây sóng gió ở nhiều nơi nhờ mức định giá thấp nhất phân khúc ở những thị trường đó.">
            <a:extLst>
              <a:ext uri="{FF2B5EF4-FFF2-40B4-BE49-F238E27FC236}">
                <a16:creationId xmlns:a16="http://schemas.microsoft.com/office/drawing/2014/main" id="{B8DD70A2-B57B-6CA3-1182-E906980522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23993" r="16673" b="-1"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56E52-84BB-8795-D5AC-E26D28DF490E}"/>
              </a:ext>
            </a:extLst>
          </p:cNvPr>
          <p:cNvSpPr txBox="1"/>
          <p:nvPr/>
        </p:nvSpPr>
        <p:spPr>
          <a:xfrm>
            <a:off x="1191966" y="3510476"/>
            <a:ext cx="9801854" cy="26142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</a:rPr>
              <a:t>VFe34 VS BYD DOLPHIN PQ EVALUATION REPORT</a:t>
            </a:r>
            <a:endParaRPr lang="en-US" sz="3200" b="1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August 27</a:t>
            </a:r>
            <a:r>
              <a:rPr lang="en-US" baseline="30000">
                <a:solidFill>
                  <a:srgbClr val="FFFFFF"/>
                </a:solidFill>
              </a:rPr>
              <a:t>th</a:t>
            </a:r>
            <a:r>
              <a:rPr lang="en-US">
                <a:solidFill>
                  <a:srgbClr val="FFFFFF"/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93838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952C5-36C3-AD25-2B41-59153E2EF5F3}"/>
              </a:ext>
            </a:extLst>
          </p:cNvPr>
          <p:cNvSpPr txBox="1"/>
          <p:nvPr/>
        </p:nvSpPr>
        <p:spPr>
          <a:xfrm>
            <a:off x="522618" y="586233"/>
            <a:ext cx="1094548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b="1"/>
              <a:t>Objective :</a:t>
            </a:r>
          </a:p>
          <a:p>
            <a:r>
              <a:rPr lang="en-US" sz="1600" b="1"/>
              <a:t> </a:t>
            </a:r>
            <a:r>
              <a:rPr lang="en-US" sz="1400"/>
              <a:t>To compare the VFe34 product to BYD Dolphin, highlighting areas for improvement and design/features/executions to be investigated</a:t>
            </a:r>
          </a:p>
          <a:p>
            <a:endParaRPr lang="en-US" sz="1600"/>
          </a:p>
          <a:p>
            <a:r>
              <a:rPr lang="en-US" sz="1600" b="1"/>
              <a:t>2. Evaluation Criteria 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BEBA7-E3CC-B9F5-32DD-CAA4E07C8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35636"/>
              </p:ext>
            </p:extLst>
          </p:nvPr>
        </p:nvGraphicFramePr>
        <p:xfrm>
          <a:off x="655008" y="1788433"/>
          <a:ext cx="10881981" cy="4483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25">
                  <a:extLst>
                    <a:ext uri="{9D8B030D-6E8A-4147-A177-3AD203B41FA5}">
                      <a16:colId xmlns:a16="http://schemas.microsoft.com/office/drawing/2014/main" val="1953447943"/>
                    </a:ext>
                  </a:extLst>
                </a:gridCol>
                <a:gridCol w="8016979">
                  <a:extLst>
                    <a:ext uri="{9D8B030D-6E8A-4147-A177-3AD203B41FA5}">
                      <a16:colId xmlns:a16="http://schemas.microsoft.com/office/drawing/2014/main" val="3399444341"/>
                    </a:ext>
                  </a:extLst>
                </a:gridCol>
                <a:gridCol w="816777">
                  <a:extLst>
                    <a:ext uri="{9D8B030D-6E8A-4147-A177-3AD203B41FA5}">
                      <a16:colId xmlns:a16="http://schemas.microsoft.com/office/drawing/2014/main" val="1209369648"/>
                    </a:ext>
                  </a:extLst>
                </a:gridCol>
              </a:tblGrid>
              <a:tr h="391162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EVALUATION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888777"/>
                  </a:ext>
                </a:extLst>
              </a:tr>
              <a:tr h="485096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INNOVATIVE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400" b="1"/>
                        <a:t>Does the product have innovative design that improves upon the previous version?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798595"/>
                  </a:ext>
                </a:extLst>
              </a:tr>
              <a:tr h="485096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FUNCTIONALITY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algn="l"/>
                      <a:r>
                        <a:rPr lang="en-US" sz="1400" b="1"/>
                        <a:t>Intuitively understand of the functions and emphasizes the usefulness and easy of 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697573"/>
                  </a:ext>
                </a:extLst>
              </a:tr>
              <a:tr h="537947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AESTHETIC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Visually appealing. Including fit &amp; finish. Surface quality ( grain, stitching) interior/ exterior harmony of color &amp; lighting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20234"/>
                  </a:ext>
                </a:extLst>
              </a:tr>
              <a:tr h="485096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CLARITY( SIMPLE)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Self explanatory use of functions with consideration of ergonomics and environments of space.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288839"/>
                  </a:ext>
                </a:extLst>
              </a:tr>
              <a:tr h="485096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AUTHENTIC (HONEST)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algn="l"/>
                      <a:r>
                        <a:rPr lang="en-US" sz="1400" b="1"/>
                        <a:t>No fake design. It does not attempt to manipulate the customer.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55881"/>
                  </a:ext>
                </a:extLst>
              </a:tr>
              <a:tr h="537947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algn="l"/>
                      <a:r>
                        <a:rPr lang="en-US" sz="1400" b="1"/>
                        <a:t>Material choice should be considering user case and quality expectation of the product.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392334"/>
                  </a:ext>
                </a:extLst>
              </a:tr>
              <a:tr h="537947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SOUND QUALITY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algn="l"/>
                      <a:r>
                        <a:rPr lang="en-US" sz="1400" b="1"/>
                        <a:t>The sounds associated with the vehicle, including the noise level inside the cabin, the sound of the operation of doors and other movable parts.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909677"/>
                  </a:ext>
                </a:extLst>
              </a:tr>
              <a:tr h="537947"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TOUCH &amp; FEEL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1440" algn="l"/>
                      <a:r>
                        <a:rPr lang="en-US" sz="1400" b="1"/>
                        <a:t>The feel of materials and surfaces when touched, such as the softness of the leather, the solidity of controls, and the quality of trim and fittings.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0722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85D28F-A928-A6C2-7535-B77DAB7FD9F2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02CBA08-8BE0-794E-686A-62BD94BF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7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3C3606-FB88-7BF7-688A-F0C736E64D9F}"/>
              </a:ext>
            </a:extLst>
          </p:cNvPr>
          <p:cNvSpPr txBox="1"/>
          <p:nvPr/>
        </p:nvSpPr>
        <p:spPr>
          <a:xfrm>
            <a:off x="1734700" y="583390"/>
            <a:ext cx="269333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VFe34 Detail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D9283-BB8F-BB7A-B68C-3B567F0D040A}"/>
              </a:ext>
            </a:extLst>
          </p:cNvPr>
          <p:cNvSpPr txBox="1"/>
          <p:nvPr/>
        </p:nvSpPr>
        <p:spPr>
          <a:xfrm>
            <a:off x="7763963" y="583390"/>
            <a:ext cx="269333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BYD Dolphin Detail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DE216-C792-6EF1-759F-B52C420B7A8F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4122A1-6D3A-29E8-5AB9-CDA7F2DF7D2F}"/>
              </a:ext>
            </a:extLst>
          </p:cNvPr>
          <p:cNvSpPr/>
          <p:nvPr/>
        </p:nvSpPr>
        <p:spPr>
          <a:xfrm>
            <a:off x="1235531" y="1023647"/>
            <a:ext cx="3680660" cy="4983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1F31E-41F0-515B-E4B2-38D35BAD49FE}"/>
              </a:ext>
            </a:extLst>
          </p:cNvPr>
          <p:cNvSpPr/>
          <p:nvPr/>
        </p:nvSpPr>
        <p:spPr>
          <a:xfrm>
            <a:off x="7270301" y="1023647"/>
            <a:ext cx="3680660" cy="4983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BCC98F9D-7FFB-02E8-96EA-6E6FE49C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A13F9-062C-C803-B8E5-D34F23DD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36" y="1098529"/>
            <a:ext cx="3469790" cy="48336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7632C9-6C4D-B7B3-40DB-082F99AA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513" y="1031226"/>
            <a:ext cx="3538696" cy="49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5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B628994-3850-B192-0917-7DED7159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57" y="787374"/>
            <a:ext cx="7180791" cy="52832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E320B26-C8C6-F275-8FCB-49DE042A259D}"/>
              </a:ext>
            </a:extLst>
          </p:cNvPr>
          <p:cNvSpPr txBox="1"/>
          <p:nvPr/>
        </p:nvSpPr>
        <p:spPr>
          <a:xfrm>
            <a:off x="7589182" y="550157"/>
            <a:ext cx="440136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rgbClr val="0070C0"/>
                </a:solidFill>
              </a:rPr>
              <a:t>Summary of PQ audit </a:t>
            </a:r>
          </a:p>
          <a:p>
            <a:endParaRPr lang="en-US" sz="1400" dirty="0"/>
          </a:p>
          <a:p>
            <a:r>
              <a:rPr lang="en-US" sz="1400" dirty="0"/>
              <a:t>Compare with BYD Dolphin, we realize that VFe34 is not competitive than BYD Dolphin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B5C519-090F-DB27-C900-9342F27D8A33}"/>
              </a:ext>
            </a:extLst>
          </p:cNvPr>
          <p:cNvSpPr txBox="1"/>
          <p:nvPr/>
        </p:nvSpPr>
        <p:spPr>
          <a:xfrm>
            <a:off x="7589182" y="2239087"/>
            <a:ext cx="449525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rgbClr val="0070C0"/>
                </a:solidFill>
              </a:rPr>
              <a:t>Recommendation</a:t>
            </a:r>
          </a:p>
          <a:p>
            <a:r>
              <a:rPr lang="en-US" sz="1400" b="1" u="sng" dirty="0"/>
              <a:t>Short term improve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Gap &amp; Flush improvement in Exterior and Interior</a:t>
            </a:r>
          </a:p>
          <a:p>
            <a:endParaRPr lang="en-US" sz="1400" b="1" dirty="0"/>
          </a:p>
          <a:p>
            <a:r>
              <a:rPr lang="en-US" sz="1400" b="1" u="sng" dirty="0"/>
              <a:t>Long term improve</a:t>
            </a:r>
          </a:p>
          <a:p>
            <a:endParaRPr lang="en-US" sz="14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Adopt better GD&amp;T systems/practices from Design, manufacture and assembly.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PQ team involvement early in the program with strong voice championing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 Fit and Finish by investigating and eliminating root causes from error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Give more control over PHC and JIRA decisions that impact PQ outcomes.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CF558-D514-89C0-88C8-8DEF02774DBA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0000000-0008-0000-0600-000004000000}"/>
              </a:ext>
            </a:extLst>
          </p:cNvPr>
          <p:cNvSpPr txBox="1"/>
          <p:nvPr/>
        </p:nvSpPr>
        <p:spPr>
          <a:xfrm>
            <a:off x="254257" y="5391469"/>
            <a:ext cx="3979591" cy="93871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ysClr val="windowText" lastClr="000000"/>
                </a:solidFill>
              </a:rPr>
              <a:t>Border definition:</a:t>
            </a:r>
          </a:p>
          <a:p>
            <a:r>
              <a:rPr lang="en-US" b="1" dirty="0">
                <a:solidFill>
                  <a:srgbClr val="FF5050"/>
                </a:solidFill>
              </a:rPr>
              <a:t>Uncompetitive - Competitive = 4.5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Competitive</a:t>
            </a:r>
            <a:r>
              <a:rPr lang="en-US" b="1" baseline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 Amongst Leaders =  6</a:t>
            </a:r>
          </a:p>
          <a:p>
            <a:r>
              <a:rPr lang="en-US" b="1" baseline="0" dirty="0">
                <a:solidFill>
                  <a:srgbClr val="00B0F0"/>
                </a:solidFill>
              </a:rPr>
              <a:t>Amongst Leaders  - Leadership = 8</a:t>
            </a:r>
          </a:p>
          <a:p>
            <a:r>
              <a:rPr lang="en-US" b="1" dirty="0">
                <a:solidFill>
                  <a:srgbClr val="00B050"/>
                </a:solidFill>
              </a:rPr>
              <a:t>Over Leadership = 10 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167F2AA-4DC5-520B-398F-345A32B8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7849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55.63%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Old Fashioned Door handles fees not competitive</a:t>
                      </a:r>
                      <a:endParaRPr lang="en-US" sz="1400"/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/>
                        <a:t>Flush Handles feels the better appearance in the customer point of view.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452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Front/Rear Doors &amp; Handles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ACD28-6974-6733-9A67-F2DE4F1A1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340" y="1443464"/>
            <a:ext cx="2330442" cy="1985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81EDB6-AB1B-CD5B-766A-39243EF3B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472" y="1428390"/>
            <a:ext cx="2733079" cy="2066474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F1CDA63-00B2-2379-D6E0-3DA252A3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3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331258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55.63%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Bulb type Lamp Design is un-Competitive 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Best Illuminated LED type.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835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Rear Lamps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A43926-6895-69C3-DC50-6BCFCB4DCF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2" r="1857" b="33130"/>
          <a:stretch/>
        </p:blipFill>
        <p:spPr bwMode="auto">
          <a:xfrm>
            <a:off x="1417712" y="1486771"/>
            <a:ext cx="3816120" cy="18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F06706-C402-6250-B013-1AF13D40F9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605"/>
          <a:stretch/>
        </p:blipFill>
        <p:spPr>
          <a:xfrm>
            <a:off x="7144971" y="1342441"/>
            <a:ext cx="2843627" cy="2086559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1C541C3-1DE9-6072-8A02-963A4350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7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673450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58.88%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Big Shaped Mirror and Camera protrusion is very high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Very sleek and compact design Camera is Optimal protrusion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793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Door Mirror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4BC4F9-985C-4A7E-6BCC-ABA94DC86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48" y="1661401"/>
            <a:ext cx="2858616" cy="1654172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151B1C11-92AF-9BA0-80B3-F043FFD6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F4C9BA-41E1-13BB-AB31-EEC411015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4829" y="1661401"/>
            <a:ext cx="3572457" cy="170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1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432821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55.63%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Poor gap parallel quality with Old design. 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Best fit and finish achieved.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34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Spoiler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3E2DC58-A17A-5F10-7ECB-68A7DF2D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8AE9CE-4C18-235A-049D-EB45B7EEC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786" y="1431341"/>
            <a:ext cx="3172535" cy="199765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9B8C5E8-DED4-B46D-BE9F-5CCF3096D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5" t="32036" r="5323" b="18210"/>
          <a:stretch/>
        </p:blipFill>
        <p:spPr bwMode="auto">
          <a:xfrm>
            <a:off x="1779705" y="1347452"/>
            <a:ext cx="3307795" cy="209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307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87109"/>
              </p:ext>
            </p:extLst>
          </p:nvPr>
        </p:nvGraphicFramePr>
        <p:xfrm>
          <a:off x="868634" y="929079"/>
          <a:ext cx="10320066" cy="54638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 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30319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64.13%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+mn-lt"/>
                        </a:rPr>
                        <a:t>Poor Material Quality creates less appearance.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Well executed modern design, with good Touch and feel and materials.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Pillar trim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616" y="6492875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881CE0-B3A0-61E5-3512-0D21F0775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389" y="1347452"/>
            <a:ext cx="2087385" cy="2146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926E8E-76DE-1D7E-6046-C9983D9D1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197" y="1382768"/>
            <a:ext cx="1806009" cy="20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7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664498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55.63%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61.13%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Normal Fixed Type MHU comparatively smaller in size.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100"/>
                        <a:t> Can be functionally able to rotate the Screen and bigger in Size.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7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HMI (MHU)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D22658-B406-FC5B-6AC6-3EBF388DD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984" y="1357803"/>
            <a:ext cx="1383357" cy="2147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32A7C3-32AA-4AC0-5643-BE93305D9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661" y="1357803"/>
            <a:ext cx="1230467" cy="220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34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255930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17432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34.38%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58.63%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Look like cheap material, feel not premium and not luxury.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Longer Arm Rest Provision is good.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3063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Floor Console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ED32BD-A502-264B-F506-96F65DB7A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88" y="1550991"/>
            <a:ext cx="996210" cy="1606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C29826-580F-BA47-7BC9-D871D49DE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543" y="1550991"/>
            <a:ext cx="3885796" cy="1606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C64A0F-11F6-E6D4-895C-66C4BFADB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72" y="1339971"/>
            <a:ext cx="1403012" cy="219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4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750674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48.75%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58.63%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Simply design, not feel premium for user.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Door opening handle is ergonomically in a good position.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376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Front/Rear Door trim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E45649-06BA-DE1A-A511-46299EC2F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703" y="1449617"/>
            <a:ext cx="1726198" cy="18880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795FBB-159A-2B57-4608-FB21C9379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8345" y="1527117"/>
            <a:ext cx="1750614" cy="19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83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07445"/>
              </p:ext>
            </p:extLst>
          </p:nvPr>
        </p:nvGraphicFramePr>
        <p:xfrm>
          <a:off x="868634" y="910854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55.63%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Old and Simple Design ( Outdated design). Not competitive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Well executed combining Glove box and IP make design beautiful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3109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IP&amp; Glove Box.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5FE35-A6A3-54CC-C6B1-2EDA6DCFD9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442" b="3909"/>
          <a:stretch/>
        </p:blipFill>
        <p:spPr>
          <a:xfrm>
            <a:off x="7357082" y="1431222"/>
            <a:ext cx="2436072" cy="19977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B4DA05-B8B9-4AC1-4263-907E52EBC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959" y="1431222"/>
            <a:ext cx="2698245" cy="19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1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068544"/>
              </p:ext>
            </p:extLst>
          </p:nvPr>
        </p:nvGraphicFramePr>
        <p:xfrm>
          <a:off x="868634" y="929079"/>
          <a:ext cx="10320066" cy="5390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58.88%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25307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Single Color and simple design.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Well executed design with Dual Tone Colors on Seats matching with Body Color.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785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Front Seats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CB21A-F3F4-49F4-31A1-9C90E30B6A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53"/>
          <a:stretch/>
        </p:blipFill>
        <p:spPr>
          <a:xfrm>
            <a:off x="2345332" y="1431891"/>
            <a:ext cx="1821819" cy="1997109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F2C3E8F-514A-CD6E-A805-34DA23F74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95928" y="1257352"/>
            <a:ext cx="1755295" cy="234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103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58177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55.63%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Cheap appearance surface finish. Not competitive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100"/>
                        <a:t> Well executed/robust design with high texture finish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305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Seat switches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DABB5-2407-4F60-AEF4-2D42C6CF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99" y="1469499"/>
            <a:ext cx="4950017" cy="2016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670D0E-DC03-8A6A-9A58-E8889C6C4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820" y="1423043"/>
            <a:ext cx="4527926" cy="206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01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E5430-8B98-D0D8-33AA-9214DDBF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960427"/>
              </p:ext>
            </p:extLst>
          </p:nvPr>
        </p:nvGraphicFramePr>
        <p:xfrm>
          <a:off x="868634" y="929079"/>
          <a:ext cx="10320066" cy="5433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443">
                  <a:extLst>
                    <a:ext uri="{9D8B030D-6E8A-4147-A177-3AD203B41FA5}">
                      <a16:colId xmlns:a16="http://schemas.microsoft.com/office/drawing/2014/main" val="3949954653"/>
                    </a:ext>
                  </a:extLst>
                </a:gridCol>
                <a:gridCol w="889124">
                  <a:extLst>
                    <a:ext uri="{9D8B030D-6E8A-4147-A177-3AD203B41FA5}">
                      <a16:colId xmlns:a16="http://schemas.microsoft.com/office/drawing/2014/main" val="804266674"/>
                    </a:ext>
                  </a:extLst>
                </a:gridCol>
                <a:gridCol w="4236414">
                  <a:extLst>
                    <a:ext uri="{9D8B030D-6E8A-4147-A177-3AD203B41FA5}">
                      <a16:colId xmlns:a16="http://schemas.microsoft.com/office/drawing/2014/main" val="1461427612"/>
                    </a:ext>
                  </a:extLst>
                </a:gridCol>
                <a:gridCol w="926085">
                  <a:extLst>
                    <a:ext uri="{9D8B030D-6E8A-4147-A177-3AD203B41FA5}">
                      <a16:colId xmlns:a16="http://schemas.microsoft.com/office/drawing/2014/main" val="283087976"/>
                    </a:ext>
                  </a:extLst>
                </a:gridCol>
              </a:tblGrid>
              <a:tr h="370928">
                <a:tc gridSpan="2">
                  <a:txBody>
                    <a:bodyPr/>
                    <a:lstStyle/>
                    <a:p>
                      <a:r>
                        <a:rPr lang="en-US" sz="1800"/>
                        <a:t>VFe34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/>
                        <a:t>BYD Dolphin</a:t>
                      </a:r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7764"/>
                  </a:ext>
                </a:extLst>
              </a:tr>
              <a:tr h="2302732"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/>
                    </a:p>
                  </a:txBody>
                  <a:tcPr marL="90351" marR="90351" marT="45175" marB="451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4455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Innovative design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618061748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799984553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Aesthetic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55322624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Clarity &amp; Simplicity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8546773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Authentic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516277082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Material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1105383119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Sound Quality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3513222821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/>
                        <a:t>Touch and Feel</a:t>
                      </a:r>
                    </a:p>
                  </a:txBody>
                  <a:tcPr marL="90351" marR="90351" marT="45175" marB="451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568410880"/>
                  </a:ext>
                </a:extLst>
              </a:tr>
              <a:tr h="27105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47.50%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Score</a:t>
                      </a:r>
                    </a:p>
                  </a:txBody>
                  <a:tcPr marL="90351" marR="90351" marT="45175" marB="45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58.88%</a:t>
                      </a:r>
                    </a:p>
                  </a:txBody>
                  <a:tcPr marL="90351" marR="90351" marT="45175" marB="45175" anchor="ctr"/>
                </a:tc>
                <a:extLst>
                  <a:ext uri="{0D108BD9-81ED-4DB2-BD59-A6C34878D82A}">
                    <a16:rowId xmlns:a16="http://schemas.microsoft.com/office/drawing/2014/main" val="2435140702"/>
                  </a:ext>
                </a:extLst>
              </a:tr>
              <a:tr h="3011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Outdated Old design. Not competitive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Well executed design with good Aesthetics and dual tone colors.</a:t>
                      </a:r>
                    </a:p>
                  </a:txBody>
                  <a:tcPr marL="90351" marR="90351" marT="45175" marB="45175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885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D672FB-339A-4CF9-5FB9-BD1BA18616AC}"/>
              </a:ext>
            </a:extLst>
          </p:cNvPr>
          <p:cNvSpPr txBox="1"/>
          <p:nvPr/>
        </p:nvSpPr>
        <p:spPr>
          <a:xfrm>
            <a:off x="98971" y="510706"/>
            <a:ext cx="2536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Comparison: 2</a:t>
            </a:r>
            <a:r>
              <a:rPr lang="en-US" b="1" baseline="30000"/>
              <a:t>nd</a:t>
            </a:r>
            <a:r>
              <a:rPr lang="en-US" b="1"/>
              <a:t> Seats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9ED0-E10F-65B3-E90A-BB1F613A99E3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VS BYD DOLPHIN PQ EVALUTATION REPORT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875C899-8E67-4F72-212C-D176423F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C5A04-5D77-1714-B4CA-49290C95E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630" y="1505078"/>
            <a:ext cx="2259577" cy="19239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6B396F-18C4-FDA3-1137-DEA833857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755" y="1385847"/>
            <a:ext cx="1903091" cy="195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46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816FB4-30EC-AA12-DE83-E40EC07A985C}"/>
              </a:ext>
            </a:extLst>
          </p:cNvPr>
          <p:cNvSpPr txBox="1"/>
          <p:nvPr/>
        </p:nvSpPr>
        <p:spPr>
          <a:xfrm>
            <a:off x="-1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VFe34 PQ long-term / short-term Issues 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4C26C5-0F08-89CE-BA12-BCA40D247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627427"/>
              </p:ext>
            </p:extLst>
          </p:nvPr>
        </p:nvGraphicFramePr>
        <p:xfrm>
          <a:off x="450509" y="594641"/>
          <a:ext cx="11398591" cy="5801206"/>
        </p:xfrm>
        <a:graphic>
          <a:graphicData uri="http://schemas.openxmlformats.org/drawingml/2006/table">
            <a:tbl>
              <a:tblPr/>
              <a:tblGrid>
                <a:gridCol w="245257">
                  <a:extLst>
                    <a:ext uri="{9D8B030D-6E8A-4147-A177-3AD203B41FA5}">
                      <a16:colId xmlns:a16="http://schemas.microsoft.com/office/drawing/2014/main" val="3401774019"/>
                    </a:ext>
                  </a:extLst>
                </a:gridCol>
                <a:gridCol w="612728">
                  <a:extLst>
                    <a:ext uri="{9D8B030D-6E8A-4147-A177-3AD203B41FA5}">
                      <a16:colId xmlns:a16="http://schemas.microsoft.com/office/drawing/2014/main" val="3973525477"/>
                    </a:ext>
                  </a:extLst>
                </a:gridCol>
                <a:gridCol w="532903">
                  <a:extLst>
                    <a:ext uri="{9D8B030D-6E8A-4147-A177-3AD203B41FA5}">
                      <a16:colId xmlns:a16="http://schemas.microsoft.com/office/drawing/2014/main" val="3446333893"/>
                    </a:ext>
                  </a:extLst>
                </a:gridCol>
                <a:gridCol w="2028937">
                  <a:extLst>
                    <a:ext uri="{9D8B030D-6E8A-4147-A177-3AD203B41FA5}">
                      <a16:colId xmlns:a16="http://schemas.microsoft.com/office/drawing/2014/main" val="2330880037"/>
                    </a:ext>
                  </a:extLst>
                </a:gridCol>
                <a:gridCol w="703564">
                  <a:extLst>
                    <a:ext uri="{9D8B030D-6E8A-4147-A177-3AD203B41FA5}">
                      <a16:colId xmlns:a16="http://schemas.microsoft.com/office/drawing/2014/main" val="1552808109"/>
                    </a:ext>
                  </a:extLst>
                </a:gridCol>
                <a:gridCol w="3519466">
                  <a:extLst>
                    <a:ext uri="{9D8B030D-6E8A-4147-A177-3AD203B41FA5}">
                      <a16:colId xmlns:a16="http://schemas.microsoft.com/office/drawing/2014/main" val="4011986565"/>
                    </a:ext>
                  </a:extLst>
                </a:gridCol>
                <a:gridCol w="3153371">
                  <a:extLst>
                    <a:ext uri="{9D8B030D-6E8A-4147-A177-3AD203B41FA5}">
                      <a16:colId xmlns:a16="http://schemas.microsoft.com/office/drawing/2014/main" val="183727631"/>
                    </a:ext>
                  </a:extLst>
                </a:gridCol>
                <a:gridCol w="602365">
                  <a:extLst>
                    <a:ext uri="{9D8B030D-6E8A-4147-A177-3AD203B41FA5}">
                      <a16:colId xmlns:a16="http://schemas.microsoft.com/office/drawing/2014/main" val="946395339"/>
                    </a:ext>
                  </a:extLst>
                </a:gridCol>
              </a:tblGrid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No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PQ Criteria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Area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Description of problem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Short/Long Term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Action plan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Closing date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ptos Narrow" panose="020B0004020202020204" pitchFamily="34" charset="0"/>
                        </a:rPr>
                        <a:t>PIC</a:t>
                      </a:r>
                      <a:endParaRPr lang="en-US" sz="15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953918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Aesthetics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Detect open foam. Can easy to see frame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Make Q-alert to warn for OP for this issue 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SQE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03953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Aesthetics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Orange </a:t>
                      </a:r>
                      <a:r>
                        <a:rPr lang="fr-FR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peel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on Spoiler surface</a:t>
                      </a:r>
                      <a:endParaRPr lang="fr-FR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Inform to MFG team and sorting all parts at GA shop for this issue 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SQE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74621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gap Inner cover of tailgate upper &amp; trim side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Monitoring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449858"/>
                  </a:ext>
                </a:extLst>
              </a:tr>
              <a:tr h="193961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Material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Different color stitching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SQE need to check color stiching with supplier and confirm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SQE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593547"/>
                  </a:ext>
                </a:extLst>
              </a:tr>
              <a:tr h="50280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Small gap Head lamp vs front bumper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Issue was fixed by repair team already. NOK symptom was fixed so can not define RC. Keep monitoring and keep the car with same symptom to investigate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 and follow by monitoring and keep the car with same symptom to investigate more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536617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Small gap Wheel arch &amp; rear door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Rework doghouse (heating and press to move dog house's position ~ 1mm ,Implemented by supplier IDT before supply to line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BCO-3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Follow rework part by supplier before input to line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ENG-EXT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43884"/>
                  </a:ext>
                </a:extLst>
              </a:tr>
              <a:tr h="193961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Small gap A pillar &amp; fender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Adjust gap between fender &amp; A pillar from 1 - 3 mm as spec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after adjust gap  by 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547676"/>
                  </a:ext>
                </a:extLst>
              </a:tr>
              <a:tr h="50280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Binning group issue big gap console and carpet passenger seat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 DCRAGA02655 was raised by Eng for adding 25mm thickness foam only near Passenger side of console area in floor carpet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 Adding more foams to avoid gap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BCO-3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After DCR implement done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ENG-INT</a:t>
                      </a: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61264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gap bodyside panel and wheelarch LH side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Using Jig knock on body mounting screw with bumper to go inward ~ 2mm at C3-28 before assembly rear wheel arch to reduce gap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MFG 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048757"/>
                  </a:ext>
                </a:extLst>
              </a:tr>
              <a:tr h="50280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gap Headliner and C pillar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Potential root cause related to operation. Clip on C-pillar not engaged make big gap. We make Q-feedback for operator re-check after assembling prevent issue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MFG </a:t>
                      </a: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643863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Bulging carpet at 2nd row seat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Raising DCRMIN03279 for reducing thickness foam under carpet ~7mm avoid bulging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BCO-3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After DCR implement done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ENG-INT</a:t>
                      </a: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122931"/>
                  </a:ext>
                </a:extLst>
              </a:tr>
              <a:tr h="60789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Flushness Rear bumper &amp; side panel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This issue car has already fixed issue. Keep monitoring and do measurement cars online to analysis trend of flushness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Update Training to requirement OP fully fix part. Change standard between rear bumper and side panel to 1 +/- 0.5 mm.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MFG 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262975"/>
                  </a:ext>
                </a:extLst>
              </a:tr>
              <a:tr h="50280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Flush between hood &amp; fender both side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Re-fitting hood to fender at FNS Body shop and Revise JES clear mention check flush by step scale after fitting TG at 170st FNS line 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Revise JES clear mention check flush by step scale after fitting TG at 170st FNS line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MFG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793868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42424"/>
                          </a:solidFill>
                          <a:effectLst/>
                          <a:latin typeface="Aptos Narrow" panose="020B0004020202020204" pitchFamily="34" charset="0"/>
                        </a:rPr>
                        <a:t>Fit &amp; Finish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20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Exterior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Small Gap_Hood outer panel to DRL Lamp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Using gauge to check gap between hood and lamp after adjust and Make Quality Alert to training OP follow when working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TBC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Follow Investigate result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MFG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043" marR="5420" marT="54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944436"/>
                  </a:ext>
                </a:extLst>
              </a:tr>
            </a:tbl>
          </a:graphicData>
        </a:graphic>
      </p:graphicFrame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A3154B4-063C-7AAE-D6E5-B24E915B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7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Giá Xe Vinfast VF e34 Tại Hải Phòng">
            <a:extLst>
              <a:ext uri="{FF2B5EF4-FFF2-40B4-BE49-F238E27FC236}">
                <a16:creationId xmlns:a16="http://schemas.microsoft.com/office/drawing/2014/main" id="{CE91F8F9-6948-2F16-723B-24364D836D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6306" r="24360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3" name="Picture 2" descr="BYD Dolphin đang được phân phối ở Thái Lan với 2 phiên bản gồm Standard Range giá 699.999 baht (480 triệu đồng) và Extended Range giá 859.999 baht (590 triệu đồng). Đây được xem là mẫu gây sóng gió ở nhiều nơi nhờ mức định giá thấp nhất phân khúc ở những thị trường đó.">
            <a:extLst>
              <a:ext uri="{FF2B5EF4-FFF2-40B4-BE49-F238E27FC236}">
                <a16:creationId xmlns:a16="http://schemas.microsoft.com/office/drawing/2014/main" id="{B8DD70A2-B57B-6CA3-1182-E906980522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23993" r="16673" b="-1"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56E52-84BB-8795-D5AC-E26D28DF490E}"/>
              </a:ext>
            </a:extLst>
          </p:cNvPr>
          <p:cNvSpPr txBox="1"/>
          <p:nvPr/>
        </p:nvSpPr>
        <p:spPr>
          <a:xfrm>
            <a:off x="1191966" y="3510476"/>
            <a:ext cx="9801854" cy="26142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</a:rPr>
              <a:t>VFe34 VS BYD DOLPHIN GAP &amp; FLUSH REPORT</a:t>
            </a:r>
            <a:endParaRPr lang="en-US" sz="3200" b="1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August 27</a:t>
            </a:r>
            <a:r>
              <a:rPr lang="en-US" baseline="30000">
                <a:solidFill>
                  <a:srgbClr val="FFFFFF"/>
                </a:solidFill>
              </a:rPr>
              <a:t>th</a:t>
            </a:r>
            <a:r>
              <a:rPr lang="en-US">
                <a:solidFill>
                  <a:srgbClr val="FFFFFF"/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996983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46753-0AFD-CF49-B134-DB31F12B8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96962"/>
              </p:ext>
            </p:extLst>
          </p:nvPr>
        </p:nvGraphicFramePr>
        <p:xfrm>
          <a:off x="268089" y="587692"/>
          <a:ext cx="11556556" cy="5682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224">
                  <a:extLst>
                    <a:ext uri="{9D8B030D-6E8A-4147-A177-3AD203B41FA5}">
                      <a16:colId xmlns:a16="http://schemas.microsoft.com/office/drawing/2014/main" val="694212530"/>
                    </a:ext>
                  </a:extLst>
                </a:gridCol>
                <a:gridCol w="2175666">
                  <a:extLst>
                    <a:ext uri="{9D8B030D-6E8A-4147-A177-3AD203B41FA5}">
                      <a16:colId xmlns:a16="http://schemas.microsoft.com/office/drawing/2014/main" val="3898236928"/>
                    </a:ext>
                  </a:extLst>
                </a:gridCol>
                <a:gridCol w="2629582">
                  <a:extLst>
                    <a:ext uri="{9D8B030D-6E8A-4147-A177-3AD203B41FA5}">
                      <a16:colId xmlns:a16="http://schemas.microsoft.com/office/drawing/2014/main" val="3461297350"/>
                    </a:ext>
                  </a:extLst>
                </a:gridCol>
                <a:gridCol w="2475379">
                  <a:extLst>
                    <a:ext uri="{9D8B030D-6E8A-4147-A177-3AD203B41FA5}">
                      <a16:colId xmlns:a16="http://schemas.microsoft.com/office/drawing/2014/main" val="2709565841"/>
                    </a:ext>
                  </a:extLst>
                </a:gridCol>
                <a:gridCol w="1578627">
                  <a:extLst>
                    <a:ext uri="{9D8B030D-6E8A-4147-A177-3AD203B41FA5}">
                      <a16:colId xmlns:a16="http://schemas.microsoft.com/office/drawing/2014/main" val="265670932"/>
                    </a:ext>
                  </a:extLst>
                </a:gridCol>
                <a:gridCol w="2206078">
                  <a:extLst>
                    <a:ext uri="{9D8B030D-6E8A-4147-A177-3AD203B41FA5}">
                      <a16:colId xmlns:a16="http://schemas.microsoft.com/office/drawing/2014/main" val="2075550246"/>
                    </a:ext>
                  </a:extLst>
                </a:gridCol>
              </a:tblGrid>
              <a:tr h="59152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DTS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DTS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Benchmarking BYD Dolphin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PQ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Long term/Short 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76043"/>
                  </a:ext>
                </a:extLst>
              </a:tr>
              <a:tr h="2005012">
                <a:tc>
                  <a:txBody>
                    <a:bodyPr/>
                    <a:lstStyle/>
                    <a:p>
                      <a:r>
                        <a:rPr lang="en-US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VFe34 is uncompetitive</a:t>
                      </a:r>
                    </a:p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VFe34 is not better than BYD Dolphin in aesthetics point. VFe34 Gap value is out of spec</a:t>
                      </a:r>
                    </a:p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u="sng" dirty="0"/>
                        <a:t>Long-term</a:t>
                      </a:r>
                    </a:p>
                    <a:p>
                      <a:r>
                        <a:rPr lang="en-US" sz="1200" dirty="0"/>
                        <a:t>+ Temporary countermeasure:</a:t>
                      </a:r>
                    </a:p>
                    <a:p>
                      <a:r>
                        <a:rPr lang="en-US" sz="1200" dirty="0"/>
                        <a:t>Rework – Fix dog house location with heating gun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 Result : the spec was satisfied </a:t>
                      </a:r>
                      <a:br>
                        <a:rPr lang="en-US" sz="1200" dirty="0">
                          <a:sym typeface="Wingdings" panose="05000000000000000000" pitchFamily="2" charset="2"/>
                        </a:rPr>
                      </a:br>
                      <a:r>
                        <a:rPr lang="en-US" sz="1200" dirty="0">
                          <a:sym typeface="Wingdings" panose="05000000000000000000" pitchFamily="2" charset="2"/>
                        </a:rPr>
                        <a:t>+ Permanent Countermeasure:</a:t>
                      </a:r>
                    </a:p>
                    <a:p>
                      <a:r>
                        <a:rPr lang="en-US" sz="1200" dirty="0">
                          <a:sym typeface="Wingdings" panose="05000000000000000000" pitchFamily="2" charset="2"/>
                        </a:rPr>
                        <a:t>Mock up test. In case of Mock up OK, mold modification after reflecting ECR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014492"/>
                  </a:ext>
                </a:extLst>
              </a:tr>
              <a:tr h="49418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GAP: 7.0±1.5</a:t>
                      </a:r>
                    </a:p>
                    <a:p>
                      <a:r>
                        <a:rPr lang="en-US" sz="1000"/>
                        <a:t>FLUSH: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 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3.5 mm // Max 4.5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3.5 mm // Max 4.5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35087"/>
                  </a:ext>
                </a:extLst>
              </a:tr>
              <a:tr h="2125588">
                <a:tc>
                  <a:txBody>
                    <a:bodyPr/>
                    <a:lstStyle/>
                    <a:p>
                      <a:r>
                        <a:rPr lang="en-US" sz="14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>
                          <a:solidFill>
                            <a:srgbClr val="00B050"/>
                          </a:solidFill>
                        </a:rPr>
                        <a:t>VFe34 is Competitive</a:t>
                      </a:r>
                      <a:br>
                        <a:rPr lang="en-US" sz="120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it’s not recognized by customer due to it's Zone Class D  ( Any area of surface that is permanently covered by another part)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00450"/>
                  </a:ext>
                </a:extLst>
              </a:tr>
              <a:tr h="4663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GAP: 2.5±1.0</a:t>
                      </a:r>
                    </a:p>
                    <a:p>
                      <a:r>
                        <a:rPr lang="en-US" sz="1000" dirty="0"/>
                        <a:t>FLUSH: N/A</a:t>
                      </a:r>
                      <a:endParaRPr lang="en-US" sz="10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GAP:  3.5 mm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FLUSH: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GAP:  1.25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FLUSH: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1678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39A9534-36E0-F7FB-3ADD-CC7202181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31" y="1189688"/>
            <a:ext cx="1420748" cy="1944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1C18DB-4FC6-534D-5045-6631CDBE4B4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Gap &amp; flush measuring  and comparison with Bench marking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BF7A62-675A-3A4B-FE02-1CC1A6895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" r="56860" b="1947"/>
          <a:stretch/>
        </p:blipFill>
        <p:spPr bwMode="auto">
          <a:xfrm>
            <a:off x="3474281" y="1362488"/>
            <a:ext cx="1321588" cy="175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C8A3FD6-E805-DE53-98D6-A83CAC74D2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22" t="46090" r="14838" b="40"/>
          <a:stretch/>
        </p:blipFill>
        <p:spPr bwMode="auto">
          <a:xfrm flipH="1">
            <a:off x="6046367" y="1475131"/>
            <a:ext cx="1321589" cy="153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D9D7F-914B-060F-F13D-E7456C2C0349}"/>
              </a:ext>
            </a:extLst>
          </p:cNvPr>
          <p:cNvCxnSpPr>
            <a:cxnSpLocks/>
          </p:cNvCxnSpPr>
          <p:nvPr/>
        </p:nvCxnSpPr>
        <p:spPr>
          <a:xfrm flipH="1" flipV="1">
            <a:off x="3881469" y="2475194"/>
            <a:ext cx="110466" cy="163081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DBE81E-9950-D8C2-590E-4EE19DF4B605}"/>
              </a:ext>
            </a:extLst>
          </p:cNvPr>
          <p:cNvCxnSpPr>
            <a:cxnSpLocks/>
          </p:cNvCxnSpPr>
          <p:nvPr/>
        </p:nvCxnSpPr>
        <p:spPr>
          <a:xfrm flipH="1" flipV="1">
            <a:off x="6508068" y="2291087"/>
            <a:ext cx="170224" cy="180585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41E1067-1F5C-7964-81C4-EC0CCE93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19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D37265-91F6-EA72-C859-305690A6D88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4240"/>
          <a:stretch/>
        </p:blipFill>
        <p:spPr>
          <a:xfrm>
            <a:off x="3511299" y="4078591"/>
            <a:ext cx="1600583" cy="1560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E5874C-61F9-3A51-0E6C-9D3EA9061BD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" r="7701" b="28091"/>
          <a:stretch/>
        </p:blipFill>
        <p:spPr>
          <a:xfrm>
            <a:off x="5816517" y="4154807"/>
            <a:ext cx="1600583" cy="1433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B80D17-000C-27C9-DC30-59354F736B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797" y="3791324"/>
            <a:ext cx="1549832" cy="17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69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46753-0AFD-CF49-B134-DB31F12B8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355475"/>
              </p:ext>
            </p:extLst>
          </p:nvPr>
        </p:nvGraphicFramePr>
        <p:xfrm>
          <a:off x="248094" y="529703"/>
          <a:ext cx="11653283" cy="574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472">
                  <a:extLst>
                    <a:ext uri="{9D8B030D-6E8A-4147-A177-3AD203B41FA5}">
                      <a16:colId xmlns:a16="http://schemas.microsoft.com/office/drawing/2014/main" val="694212530"/>
                    </a:ext>
                  </a:extLst>
                </a:gridCol>
                <a:gridCol w="2190052">
                  <a:extLst>
                    <a:ext uri="{9D8B030D-6E8A-4147-A177-3AD203B41FA5}">
                      <a16:colId xmlns:a16="http://schemas.microsoft.com/office/drawing/2014/main" val="3898236928"/>
                    </a:ext>
                  </a:extLst>
                </a:gridCol>
                <a:gridCol w="2646969">
                  <a:extLst>
                    <a:ext uri="{9D8B030D-6E8A-4147-A177-3AD203B41FA5}">
                      <a16:colId xmlns:a16="http://schemas.microsoft.com/office/drawing/2014/main" val="3461297350"/>
                    </a:ext>
                  </a:extLst>
                </a:gridCol>
                <a:gridCol w="2386126">
                  <a:extLst>
                    <a:ext uri="{9D8B030D-6E8A-4147-A177-3AD203B41FA5}">
                      <a16:colId xmlns:a16="http://schemas.microsoft.com/office/drawing/2014/main" val="2709565841"/>
                    </a:ext>
                  </a:extLst>
                </a:gridCol>
                <a:gridCol w="1896306">
                  <a:extLst>
                    <a:ext uri="{9D8B030D-6E8A-4147-A177-3AD203B41FA5}">
                      <a16:colId xmlns:a16="http://schemas.microsoft.com/office/drawing/2014/main" val="265670932"/>
                    </a:ext>
                  </a:extLst>
                </a:gridCol>
                <a:gridCol w="2039358">
                  <a:extLst>
                    <a:ext uri="{9D8B030D-6E8A-4147-A177-3AD203B41FA5}">
                      <a16:colId xmlns:a16="http://schemas.microsoft.com/office/drawing/2014/main" val="2075550246"/>
                    </a:ext>
                  </a:extLst>
                </a:gridCol>
              </a:tblGrid>
              <a:tr h="6009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DTS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DTS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VFe34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Benchmarking BYD Dolphin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PQ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Long term/Short 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76043"/>
                  </a:ext>
                </a:extLst>
              </a:tr>
              <a:tr h="2037109">
                <a:tc>
                  <a:txBody>
                    <a:bodyPr/>
                    <a:lstStyle/>
                    <a:p>
                      <a:r>
                        <a:rPr lang="en-US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VFe34 Competitive</a:t>
                      </a:r>
                      <a:br>
                        <a:rPr lang="en-US" sz="1200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dirty="0"/>
                        <a:t>but VFe34 interface concept is not favorable for customer perception. The flush should improve in the future (Too high 1.1 mm).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014492"/>
                  </a:ext>
                </a:extLst>
              </a:tr>
              <a:tr h="50209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GAP: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3.5 ±1.2</a:t>
                      </a:r>
                      <a:endParaRPr lang="en-US"/>
                    </a:p>
                    <a:p>
                      <a:r>
                        <a:rPr lang="en-US" sz="1000"/>
                        <a:t>FLUSH:0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 ±1.2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3.4 mm // Max 4.7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 Min -0.5 // Max 1.1</a:t>
                      </a:r>
                      <a:endParaRPr kumimoji="0"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3.5 mm // Max 4.5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 0-2.0</a:t>
                      </a:r>
                      <a:endParaRPr kumimoji="0"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35087"/>
                  </a:ext>
                </a:extLst>
              </a:tr>
              <a:tr h="2133999"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VFe34 competitive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Although the gap is out of spec but it’s still good at aesthetic point as it is on the lower side of the Spec.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sng" dirty="0"/>
                        <a:t>N/A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0045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7.0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±1.5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N/A</a:t>
                      </a:r>
                      <a:endParaRPr kumimoji="0"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Min 3.5 mm // Max 4.5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</a:t>
                      </a:r>
                      <a:endParaRPr kumimoji="0"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LH : 5.2 mm // RH : 5.8 mm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</a:t>
                      </a:r>
                      <a:endParaRPr kumimoji="0"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16785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032BC4D4-DA45-DF7A-9712-1AE33B6285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4" t="37260" r="67807" b="44629"/>
          <a:stretch/>
        </p:blipFill>
        <p:spPr bwMode="auto">
          <a:xfrm>
            <a:off x="5787108" y="3820957"/>
            <a:ext cx="1946004" cy="161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7AF43C0-F4D4-2518-E4E5-CD35BB109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33" y="1214045"/>
            <a:ext cx="1682908" cy="18138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9B6FA96-39A9-A6B8-EB98-08FB5EB3B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108" y="1553746"/>
            <a:ext cx="2055866" cy="128246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F32011E-17DE-BC66-7EB6-C2E2E7992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290" y="3820957"/>
            <a:ext cx="1686951" cy="19380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9EAF3-A5F9-2083-CE00-83B3144B8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6" r="25185" b="50783"/>
          <a:stretch/>
        </p:blipFill>
        <p:spPr bwMode="auto">
          <a:xfrm>
            <a:off x="3188054" y="1468069"/>
            <a:ext cx="2174104" cy="136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CFE171-E026-2C81-93D0-1AFC2CB06565}"/>
              </a:ext>
            </a:extLst>
          </p:cNvPr>
          <p:cNvCxnSpPr>
            <a:cxnSpLocks/>
          </p:cNvCxnSpPr>
          <p:nvPr/>
        </p:nvCxnSpPr>
        <p:spPr>
          <a:xfrm flipH="1" flipV="1">
            <a:off x="4113937" y="1650829"/>
            <a:ext cx="106237" cy="291384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B525743-389D-C740-C0E6-8A467E4FB5AB}"/>
              </a:ext>
            </a:extLst>
          </p:cNvPr>
          <p:cNvGrpSpPr/>
          <p:nvPr/>
        </p:nvGrpSpPr>
        <p:grpSpPr>
          <a:xfrm>
            <a:off x="3024223" y="4003893"/>
            <a:ext cx="2501766" cy="933688"/>
            <a:chOff x="2938584" y="4529398"/>
            <a:chExt cx="2501766" cy="93368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DE6904C5-03EF-138D-3D18-9A2861FDB5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65" t="39016" r="10625" b="22656"/>
            <a:stretch/>
          </p:blipFill>
          <p:spPr bwMode="auto">
            <a:xfrm>
              <a:off x="2938584" y="4529398"/>
              <a:ext cx="2501766" cy="93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396F21A-1911-B063-366B-EF1C71EA60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36671" y="4823613"/>
              <a:ext cx="79780" cy="220929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8E77E13-FC84-D9E8-22CD-FBE1A195E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888" y="4823612"/>
              <a:ext cx="55232" cy="220929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503BAC0-5125-8EF2-C3A5-2794DAD67F1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Gap &amp; flush measuring  and comparison with Bench marking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DA9B91-1271-BAEB-98CB-9330E995D6B7}"/>
              </a:ext>
            </a:extLst>
          </p:cNvPr>
          <p:cNvCxnSpPr>
            <a:cxnSpLocks/>
          </p:cNvCxnSpPr>
          <p:nvPr/>
        </p:nvCxnSpPr>
        <p:spPr>
          <a:xfrm flipV="1">
            <a:off x="6845071" y="1796521"/>
            <a:ext cx="95777" cy="192120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333383-221B-9377-D3F2-3A49FF12B16B}"/>
              </a:ext>
            </a:extLst>
          </p:cNvPr>
          <p:cNvCxnSpPr>
            <a:cxnSpLocks/>
          </p:cNvCxnSpPr>
          <p:nvPr/>
        </p:nvCxnSpPr>
        <p:spPr>
          <a:xfrm flipV="1">
            <a:off x="6505730" y="4026938"/>
            <a:ext cx="67506" cy="251613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14FA6BE8-9EF4-0EFC-BD16-A0CFD929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41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46753-0AFD-CF49-B134-DB31F12B8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610950"/>
              </p:ext>
            </p:extLst>
          </p:nvPr>
        </p:nvGraphicFramePr>
        <p:xfrm>
          <a:off x="178244" y="772723"/>
          <a:ext cx="11653283" cy="5423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472">
                  <a:extLst>
                    <a:ext uri="{9D8B030D-6E8A-4147-A177-3AD203B41FA5}">
                      <a16:colId xmlns:a16="http://schemas.microsoft.com/office/drawing/2014/main" val="694212530"/>
                    </a:ext>
                  </a:extLst>
                </a:gridCol>
                <a:gridCol w="2190052">
                  <a:extLst>
                    <a:ext uri="{9D8B030D-6E8A-4147-A177-3AD203B41FA5}">
                      <a16:colId xmlns:a16="http://schemas.microsoft.com/office/drawing/2014/main" val="3898236928"/>
                    </a:ext>
                  </a:extLst>
                </a:gridCol>
                <a:gridCol w="2345127">
                  <a:extLst>
                    <a:ext uri="{9D8B030D-6E8A-4147-A177-3AD203B41FA5}">
                      <a16:colId xmlns:a16="http://schemas.microsoft.com/office/drawing/2014/main" val="3461297350"/>
                    </a:ext>
                  </a:extLst>
                </a:gridCol>
                <a:gridCol w="2503860">
                  <a:extLst>
                    <a:ext uri="{9D8B030D-6E8A-4147-A177-3AD203B41FA5}">
                      <a16:colId xmlns:a16="http://schemas.microsoft.com/office/drawing/2014/main" val="2709565841"/>
                    </a:ext>
                  </a:extLst>
                </a:gridCol>
                <a:gridCol w="1960019">
                  <a:extLst>
                    <a:ext uri="{9D8B030D-6E8A-4147-A177-3AD203B41FA5}">
                      <a16:colId xmlns:a16="http://schemas.microsoft.com/office/drawing/2014/main" val="265670932"/>
                    </a:ext>
                  </a:extLst>
                </a:gridCol>
                <a:gridCol w="2159753">
                  <a:extLst>
                    <a:ext uri="{9D8B030D-6E8A-4147-A177-3AD203B41FA5}">
                      <a16:colId xmlns:a16="http://schemas.microsoft.com/office/drawing/2014/main" val="2075550246"/>
                    </a:ext>
                  </a:extLst>
                </a:gridCol>
              </a:tblGrid>
              <a:tr h="6009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DTS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DTS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Benchmarking BYD Dolphin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PQ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Long term/Short 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76043"/>
                  </a:ext>
                </a:extLst>
              </a:tr>
              <a:tr h="1814961">
                <a:tc>
                  <a:txBody>
                    <a:bodyPr/>
                    <a:lstStyle/>
                    <a:p>
                      <a:r>
                        <a:rPr lang="en-US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VFe34 Uncompetitive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Customer do not identify variability due to V-Gap concept.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sng" dirty="0"/>
                        <a:t>Long-term</a:t>
                      </a:r>
                      <a:r>
                        <a:rPr lang="en-US" sz="1200" dirty="0"/>
                        <a:t> </a:t>
                      </a:r>
                    </a:p>
                    <a:p>
                      <a:pPr algn="ctr"/>
                      <a:r>
                        <a:rPr lang="en-US" sz="1200" dirty="0"/>
                        <a:t>Need Exterior and Body team to monitoring and deep investigate root cause </a:t>
                      </a:r>
                    </a:p>
                    <a:p>
                      <a:pPr algn="ctr"/>
                      <a:r>
                        <a:rPr lang="en-US" sz="12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014492"/>
                  </a:ext>
                </a:extLst>
              </a:tr>
              <a:tr h="50209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GAP: 0.5±0.5</a:t>
                      </a:r>
                    </a:p>
                    <a:p>
                      <a:r>
                        <a:rPr lang="en-US" sz="1000" dirty="0"/>
                        <a:t>FLUSH:-0.5</a:t>
                      </a: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±0.5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Min 0.75 mm // Max 1.5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0.75 mm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35087"/>
                  </a:ext>
                </a:extLst>
              </a:tr>
              <a:tr h="2031559">
                <a:tc>
                  <a:txBody>
                    <a:bodyPr/>
                    <a:lstStyle/>
                    <a:p>
                      <a:r>
                        <a:rPr lang="en-US" sz="14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VFe34 is Competitive</a:t>
                      </a:r>
                      <a:br>
                        <a:rPr lang="en-US" sz="1200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DTS targets are competitive to Industry standards.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0045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4.0±1.0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0±1.0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4.0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0.5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Min 3.5 mm // Max 4.0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0.5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167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C390A6C-BB8E-AA38-008C-4DFD1E848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23" y="1445533"/>
            <a:ext cx="1448732" cy="155264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C1C650A-F543-AB9E-1EB7-BFD3EC514A2D}"/>
              </a:ext>
            </a:extLst>
          </p:cNvPr>
          <p:cNvGrpSpPr/>
          <p:nvPr/>
        </p:nvGrpSpPr>
        <p:grpSpPr>
          <a:xfrm>
            <a:off x="5466568" y="1577366"/>
            <a:ext cx="1789475" cy="1345889"/>
            <a:chOff x="5449525" y="1416361"/>
            <a:chExt cx="2072141" cy="1491680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A85D862F-6EDD-AFB6-EC57-2F682D85A5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75" t="46615" r="41913" b="10181"/>
            <a:stretch/>
          </p:blipFill>
          <p:spPr bwMode="auto">
            <a:xfrm>
              <a:off x="5449525" y="1416361"/>
              <a:ext cx="2072141" cy="1491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B7F008B-4A83-91B2-7612-9C2A84DB1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5786" y="2170346"/>
              <a:ext cx="193837" cy="109761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B511731-B69D-5D85-0D2E-092D7285B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64" y="3764238"/>
            <a:ext cx="1271280" cy="185339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EA0B376-3CEF-29E3-BA01-F23B46D6CFA4}"/>
              </a:ext>
            </a:extLst>
          </p:cNvPr>
          <p:cNvGrpSpPr/>
          <p:nvPr/>
        </p:nvGrpSpPr>
        <p:grpSpPr>
          <a:xfrm>
            <a:off x="5434478" y="3844477"/>
            <a:ext cx="2072141" cy="1728955"/>
            <a:chOff x="5493975" y="3787611"/>
            <a:chExt cx="2072141" cy="1728955"/>
          </a:xfrm>
        </p:grpSpPr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789094C3-6FAC-F5DD-5F17-04B78D0FCA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2" t="17950" r="20941" b="3262"/>
            <a:stretch/>
          </p:blipFill>
          <p:spPr bwMode="auto">
            <a:xfrm flipH="1">
              <a:off x="5493975" y="3787611"/>
              <a:ext cx="2072141" cy="1728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42E51EB-CA3C-7B6A-7D8C-D04B51010B27}"/>
                </a:ext>
              </a:extLst>
            </p:cNvPr>
            <p:cNvCxnSpPr>
              <a:cxnSpLocks/>
            </p:cNvCxnSpPr>
            <p:nvPr/>
          </p:nvCxnSpPr>
          <p:spPr>
            <a:xfrm>
              <a:off x="6416590" y="4734819"/>
              <a:ext cx="217783" cy="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21B3052-10AC-EB9F-0C9D-2C92FB8E45C6}"/>
              </a:ext>
            </a:extLst>
          </p:cNvPr>
          <p:cNvGrpSpPr/>
          <p:nvPr/>
        </p:nvGrpSpPr>
        <p:grpSpPr>
          <a:xfrm>
            <a:off x="3151849" y="1506502"/>
            <a:ext cx="1591601" cy="1491680"/>
            <a:chOff x="3214154" y="1344003"/>
            <a:chExt cx="1769168" cy="1636396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B2DF9C70-6387-8BA4-FC00-B49163FC15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3" t="16855" r="57060" b="50783"/>
            <a:stretch/>
          </p:blipFill>
          <p:spPr bwMode="auto">
            <a:xfrm>
              <a:off x="3214154" y="1344003"/>
              <a:ext cx="1769168" cy="1636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20E1DE1-30A9-BD3C-266E-1FD7988CC9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7947" y="1982223"/>
              <a:ext cx="241070" cy="139628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E04EC9-F3AE-C0EC-DF7D-D99274AF8DE2}"/>
              </a:ext>
            </a:extLst>
          </p:cNvPr>
          <p:cNvGrpSpPr/>
          <p:nvPr/>
        </p:nvGrpSpPr>
        <p:grpSpPr>
          <a:xfrm>
            <a:off x="3354099" y="3764237"/>
            <a:ext cx="1187099" cy="1853393"/>
            <a:chOff x="3420249" y="3740957"/>
            <a:chExt cx="1187099" cy="1853393"/>
          </a:xfrm>
        </p:grpSpPr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0940DB74-D31D-A40C-F161-CE69E130C7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07" t="19955" r="11299" b="1386"/>
            <a:stretch/>
          </p:blipFill>
          <p:spPr bwMode="auto">
            <a:xfrm>
              <a:off x="3420249" y="3740957"/>
              <a:ext cx="1187099" cy="1853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E9CEEE-62F1-A6D5-C186-4BB898F1493B}"/>
                </a:ext>
              </a:extLst>
            </p:cNvPr>
            <p:cNvCxnSpPr>
              <a:cxnSpLocks/>
            </p:cNvCxnSpPr>
            <p:nvPr/>
          </p:nvCxnSpPr>
          <p:spPr>
            <a:xfrm>
              <a:off x="3820252" y="4742593"/>
              <a:ext cx="333843" cy="0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607D12-BFEA-66BD-3C3C-201AAEA31F9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Gap &amp; flush measuring  and comparison with Bench marking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7B2A694C-6FFB-18C6-12D0-2F055B42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14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46753-0AFD-CF49-B134-DB31F12B8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91415"/>
              </p:ext>
            </p:extLst>
          </p:nvPr>
        </p:nvGraphicFramePr>
        <p:xfrm>
          <a:off x="269358" y="644234"/>
          <a:ext cx="11653283" cy="5569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472">
                  <a:extLst>
                    <a:ext uri="{9D8B030D-6E8A-4147-A177-3AD203B41FA5}">
                      <a16:colId xmlns:a16="http://schemas.microsoft.com/office/drawing/2014/main" val="694212530"/>
                    </a:ext>
                  </a:extLst>
                </a:gridCol>
                <a:gridCol w="2190052">
                  <a:extLst>
                    <a:ext uri="{9D8B030D-6E8A-4147-A177-3AD203B41FA5}">
                      <a16:colId xmlns:a16="http://schemas.microsoft.com/office/drawing/2014/main" val="3898236928"/>
                    </a:ext>
                  </a:extLst>
                </a:gridCol>
                <a:gridCol w="2646969">
                  <a:extLst>
                    <a:ext uri="{9D8B030D-6E8A-4147-A177-3AD203B41FA5}">
                      <a16:colId xmlns:a16="http://schemas.microsoft.com/office/drawing/2014/main" val="3461297350"/>
                    </a:ext>
                  </a:extLst>
                </a:gridCol>
                <a:gridCol w="2491746">
                  <a:extLst>
                    <a:ext uri="{9D8B030D-6E8A-4147-A177-3AD203B41FA5}">
                      <a16:colId xmlns:a16="http://schemas.microsoft.com/office/drawing/2014/main" val="2709565841"/>
                    </a:ext>
                  </a:extLst>
                </a:gridCol>
                <a:gridCol w="1838211">
                  <a:extLst>
                    <a:ext uri="{9D8B030D-6E8A-4147-A177-3AD203B41FA5}">
                      <a16:colId xmlns:a16="http://schemas.microsoft.com/office/drawing/2014/main" val="265670932"/>
                    </a:ext>
                  </a:extLst>
                </a:gridCol>
                <a:gridCol w="1991833">
                  <a:extLst>
                    <a:ext uri="{9D8B030D-6E8A-4147-A177-3AD203B41FA5}">
                      <a16:colId xmlns:a16="http://schemas.microsoft.com/office/drawing/2014/main" val="2075550246"/>
                    </a:ext>
                  </a:extLst>
                </a:gridCol>
              </a:tblGrid>
              <a:tr h="6009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DTS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DTS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Benchmarking BYD Dolphin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PQ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Long term/Short 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76043"/>
                  </a:ext>
                </a:extLst>
              </a:tr>
              <a:tr h="1834011">
                <a:tc>
                  <a:txBody>
                    <a:bodyPr/>
                    <a:lstStyle/>
                    <a:p>
                      <a:r>
                        <a:rPr lang="en-US" sz="14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VFe34 is Competitive</a:t>
                      </a:r>
                      <a:br>
                        <a:rPr lang="en-US" sz="1200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Gap in Spec.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No over flush condition measured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014492"/>
                  </a:ext>
                </a:extLst>
              </a:tr>
              <a:tr h="50209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GAP: 4.0±1.0</a:t>
                      </a:r>
                    </a:p>
                    <a:p>
                      <a:r>
                        <a:rPr lang="en-US" sz="1000"/>
                        <a:t>FLUSH:0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±1.0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5.0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0.25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4.5 mm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35087"/>
                  </a:ext>
                </a:extLst>
              </a:tr>
              <a:tr h="2158661">
                <a:tc>
                  <a:txBody>
                    <a:bodyPr/>
                    <a:lstStyle/>
                    <a:p>
                      <a:r>
                        <a:rPr lang="en-US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VFe34 is Competitive</a:t>
                      </a:r>
                      <a:br>
                        <a:rPr lang="en-US" sz="1200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Gap in Spec.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No over flush condition measured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0045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0.5±0.5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-0.5±0.5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0.5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-0.5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Min 0.5 mm // Max 1mm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0.5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1678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3AFE493-387C-3194-8525-1C6A0C13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60" y="1347100"/>
            <a:ext cx="1363164" cy="16483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0A5A6C-4514-B7A6-0F8A-848D26819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288" y="3847358"/>
            <a:ext cx="1486330" cy="198778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A127866-2EA3-39BE-A18B-468D55B28987}"/>
              </a:ext>
            </a:extLst>
          </p:cNvPr>
          <p:cNvGrpSpPr/>
          <p:nvPr/>
        </p:nvGrpSpPr>
        <p:grpSpPr>
          <a:xfrm>
            <a:off x="3295053" y="1347100"/>
            <a:ext cx="1766280" cy="1507270"/>
            <a:chOff x="3186720" y="1239657"/>
            <a:chExt cx="2099913" cy="1791978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2F409EF6-8E95-19F2-7EAE-A98E3FA905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43" b="32976"/>
            <a:stretch/>
          </p:blipFill>
          <p:spPr bwMode="auto">
            <a:xfrm>
              <a:off x="3186720" y="1239657"/>
              <a:ext cx="2099913" cy="1791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5A3075C-5F71-9165-8897-4D5EA2A6E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490" y="2104961"/>
              <a:ext cx="322075" cy="76098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F7058EB-74DD-3BFD-9E9F-2C034F0D1B1A}"/>
              </a:ext>
            </a:extLst>
          </p:cNvPr>
          <p:cNvGrpSpPr/>
          <p:nvPr/>
        </p:nvGrpSpPr>
        <p:grpSpPr>
          <a:xfrm>
            <a:off x="5958304" y="1347100"/>
            <a:ext cx="1498810" cy="1507270"/>
            <a:chOff x="5937040" y="1239657"/>
            <a:chExt cx="1853348" cy="1801454"/>
          </a:xfrm>
        </p:grpSpPr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DC71071C-D1D4-A068-060B-BB5C9B2D64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80" t="14585" r="50962" b="41925"/>
            <a:stretch/>
          </p:blipFill>
          <p:spPr bwMode="auto">
            <a:xfrm>
              <a:off x="5937040" y="1239657"/>
              <a:ext cx="1853348" cy="1801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F69FC9-AD5A-9891-37F4-91F0D9D97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46" y="2181059"/>
              <a:ext cx="322075" cy="76098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D14165-63F1-304A-8584-F817E8019DC7}"/>
              </a:ext>
            </a:extLst>
          </p:cNvPr>
          <p:cNvGrpSpPr/>
          <p:nvPr/>
        </p:nvGrpSpPr>
        <p:grpSpPr>
          <a:xfrm>
            <a:off x="5898363" y="3961396"/>
            <a:ext cx="1844501" cy="1635830"/>
            <a:chOff x="5750099" y="3982513"/>
            <a:chExt cx="2179758" cy="193365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99CF4C-6998-7891-3B26-113A9938F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50099" y="3982513"/>
              <a:ext cx="2179758" cy="1933656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1F75611-AB1F-4E1D-40DF-3A3918BCCE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46" y="5020529"/>
              <a:ext cx="322075" cy="76098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453B26-0977-5841-547F-424C22A9A664}"/>
              </a:ext>
            </a:extLst>
          </p:cNvPr>
          <p:cNvGrpSpPr/>
          <p:nvPr/>
        </p:nvGrpSpPr>
        <p:grpSpPr>
          <a:xfrm>
            <a:off x="3378083" y="3941902"/>
            <a:ext cx="1584790" cy="1783884"/>
            <a:chOff x="3265059" y="3886666"/>
            <a:chExt cx="1890785" cy="212832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5258D40-E83E-6D72-59A4-094AD4FDB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65059" y="3886666"/>
              <a:ext cx="1890785" cy="2128321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32CFC5-5714-515A-69FC-6AE0425ED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5638" y="4777385"/>
              <a:ext cx="322075" cy="76098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AEE442-A659-E84F-16F9-6156983447C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Gap &amp; flush measuring  and comparison with Bench marking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C00420AC-CA78-9521-539C-4EF03A21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35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46753-0AFD-CF49-B134-DB31F12B8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095548"/>
              </p:ext>
            </p:extLst>
          </p:nvPr>
        </p:nvGraphicFramePr>
        <p:xfrm>
          <a:off x="222694" y="688735"/>
          <a:ext cx="11653283" cy="5480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895">
                  <a:extLst>
                    <a:ext uri="{9D8B030D-6E8A-4147-A177-3AD203B41FA5}">
                      <a16:colId xmlns:a16="http://schemas.microsoft.com/office/drawing/2014/main" val="694212530"/>
                    </a:ext>
                  </a:extLst>
                </a:gridCol>
                <a:gridCol w="2036629">
                  <a:extLst>
                    <a:ext uri="{9D8B030D-6E8A-4147-A177-3AD203B41FA5}">
                      <a16:colId xmlns:a16="http://schemas.microsoft.com/office/drawing/2014/main" val="3898236928"/>
                    </a:ext>
                  </a:extLst>
                </a:gridCol>
                <a:gridCol w="2646969">
                  <a:extLst>
                    <a:ext uri="{9D8B030D-6E8A-4147-A177-3AD203B41FA5}">
                      <a16:colId xmlns:a16="http://schemas.microsoft.com/office/drawing/2014/main" val="3461297350"/>
                    </a:ext>
                  </a:extLst>
                </a:gridCol>
                <a:gridCol w="2491746">
                  <a:extLst>
                    <a:ext uri="{9D8B030D-6E8A-4147-A177-3AD203B41FA5}">
                      <a16:colId xmlns:a16="http://schemas.microsoft.com/office/drawing/2014/main" val="2709565841"/>
                    </a:ext>
                  </a:extLst>
                </a:gridCol>
                <a:gridCol w="1838211">
                  <a:extLst>
                    <a:ext uri="{9D8B030D-6E8A-4147-A177-3AD203B41FA5}">
                      <a16:colId xmlns:a16="http://schemas.microsoft.com/office/drawing/2014/main" val="265670932"/>
                    </a:ext>
                  </a:extLst>
                </a:gridCol>
                <a:gridCol w="1991833">
                  <a:extLst>
                    <a:ext uri="{9D8B030D-6E8A-4147-A177-3AD203B41FA5}">
                      <a16:colId xmlns:a16="http://schemas.microsoft.com/office/drawing/2014/main" val="2075550246"/>
                    </a:ext>
                  </a:extLst>
                </a:gridCol>
              </a:tblGrid>
              <a:tr h="6009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DTS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DTS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Benchmarking BYD Dolphin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PQ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Long term/Short 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76043"/>
                  </a:ext>
                </a:extLst>
              </a:tr>
              <a:tr h="2037109">
                <a:tc>
                  <a:txBody>
                    <a:bodyPr/>
                    <a:lstStyle/>
                    <a:p>
                      <a:r>
                        <a:rPr lang="en-US" sz="1400"/>
                        <a:t>12 </a:t>
                      </a:r>
                      <a:r>
                        <a:rPr lang="en-US" sz="800"/>
                        <a:t>(Y-direction)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VFe34 is uncompetitive</a:t>
                      </a:r>
                      <a:br>
                        <a:rPr lang="en-US" sz="1200"/>
                      </a:br>
                      <a:r>
                        <a:rPr lang="en-US" sz="1200"/>
                        <a:t>High variability, poor parallelism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/>
                        <a:t>Long-term</a:t>
                      </a:r>
                      <a:br>
                        <a:rPr lang="en-US" sz="1200"/>
                      </a:br>
                      <a:r>
                        <a:rPr lang="en-US" sz="1200"/>
                        <a:t>Need QE Exterior team monitoring and investigate to define Root Cause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014492"/>
                  </a:ext>
                </a:extLst>
              </a:tr>
              <a:tr h="50209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GAP: 4.5±1.2</a:t>
                      </a:r>
                    </a:p>
                    <a:p>
                      <a:r>
                        <a:rPr lang="en-US" sz="1000"/>
                        <a:t>FLUSH:0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±0.7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3.5 mm // Max 5.0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4.5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35087"/>
                  </a:ext>
                </a:extLst>
              </a:tr>
              <a:tr h="18665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12-a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(same item 12 but Z-direction)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VFe34 is Competitive</a:t>
                      </a:r>
                      <a:br>
                        <a:rPr lang="en-US" sz="1200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DTS targets are competitive to Industry standards and VFe34 is better than BYD Dolphin about Gap parallel</a:t>
                      </a:r>
                      <a:endParaRPr lang="en-US" sz="1200" dirty="0"/>
                    </a:p>
                    <a:p>
                      <a:pPr lvl="0" algn="l"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0045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6±1.7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6.0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Min 5.5 mm // Max 6.5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1678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67DD123-7AE3-C1A0-C641-C90ED9EDA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896" y="3883881"/>
            <a:ext cx="1284457" cy="172812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13A2B28-434E-54C7-DD00-BEF988C58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4" t="26846" r="31365" b="20984"/>
          <a:stretch/>
        </p:blipFill>
        <p:spPr bwMode="auto">
          <a:xfrm>
            <a:off x="6070600" y="1345171"/>
            <a:ext cx="1705283" cy="184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78316C-5328-8106-B026-793EF451A454}"/>
              </a:ext>
            </a:extLst>
          </p:cNvPr>
          <p:cNvCxnSpPr>
            <a:cxnSpLocks/>
          </p:cNvCxnSpPr>
          <p:nvPr/>
        </p:nvCxnSpPr>
        <p:spPr>
          <a:xfrm flipV="1">
            <a:off x="6330722" y="2009307"/>
            <a:ext cx="193837" cy="109761"/>
          </a:xfrm>
          <a:prstGeom prst="line">
            <a:avLst/>
          </a:prstGeom>
          <a:ln>
            <a:solidFill>
              <a:srgbClr val="FF00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EDA7AB-CDC7-D617-2A8B-D8B5ABA3F449}"/>
              </a:ext>
            </a:extLst>
          </p:cNvPr>
          <p:cNvCxnSpPr>
            <a:cxnSpLocks/>
          </p:cNvCxnSpPr>
          <p:nvPr/>
        </p:nvCxnSpPr>
        <p:spPr>
          <a:xfrm flipV="1">
            <a:off x="6637568" y="2733463"/>
            <a:ext cx="193837" cy="109761"/>
          </a:xfrm>
          <a:prstGeom prst="line">
            <a:avLst/>
          </a:prstGeom>
          <a:ln>
            <a:solidFill>
              <a:srgbClr val="FF00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34DB32F-38A9-6D52-334F-1DAC79862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90" y="4042445"/>
            <a:ext cx="597468" cy="3084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3F4C9E-DB4A-96DB-7189-66791157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39" y="1347692"/>
            <a:ext cx="1284457" cy="17281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3CA1CE-75F9-9F41-C722-65EA066729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146" y="1442884"/>
            <a:ext cx="418670" cy="30841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0E37503-2265-D09C-FA3B-EC8ABDDA1D93}"/>
              </a:ext>
            </a:extLst>
          </p:cNvPr>
          <p:cNvGrpSpPr/>
          <p:nvPr/>
        </p:nvGrpSpPr>
        <p:grpSpPr>
          <a:xfrm>
            <a:off x="5675056" y="4073068"/>
            <a:ext cx="1925024" cy="1360949"/>
            <a:chOff x="5684654" y="4079572"/>
            <a:chExt cx="2344301" cy="1657369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B0815FFC-A3B5-5D33-222D-10B3109BF9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104" t="53929" r="11030" b="24832"/>
            <a:stretch/>
          </p:blipFill>
          <p:spPr bwMode="auto">
            <a:xfrm>
              <a:off x="5684654" y="4079572"/>
              <a:ext cx="2344301" cy="1657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33C343-9DF8-8823-58E3-B795A9ED7E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9690" y="4621095"/>
              <a:ext cx="96918" cy="204808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59AA85-7404-C6EF-39A3-ADF6AE063B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2968" y="5296156"/>
              <a:ext cx="96918" cy="204808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0CBD20-3444-1571-9300-80755FEDE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6122" y="5220149"/>
              <a:ext cx="696540" cy="3521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1E01CE-7B2E-CBA0-3919-520CB504B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1117" y="4524964"/>
              <a:ext cx="455757" cy="45207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1FAF67A5-A016-A520-E766-22BFF85DAC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8" t="2059" r="9813" b="24564"/>
          <a:stretch/>
        </p:blipFill>
        <p:spPr bwMode="auto">
          <a:xfrm>
            <a:off x="3313190" y="1442884"/>
            <a:ext cx="2113970" cy="172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B286A8-1F51-3322-267F-70E73B639997}"/>
              </a:ext>
            </a:extLst>
          </p:cNvPr>
          <p:cNvCxnSpPr>
            <a:cxnSpLocks/>
          </p:cNvCxnSpPr>
          <p:nvPr/>
        </p:nvCxnSpPr>
        <p:spPr>
          <a:xfrm flipV="1">
            <a:off x="4644203" y="2484915"/>
            <a:ext cx="304131" cy="21408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E08BA8-1E08-B96F-F51F-CF1AAAB552E6}"/>
              </a:ext>
            </a:extLst>
          </p:cNvPr>
          <p:cNvGrpSpPr/>
          <p:nvPr/>
        </p:nvGrpSpPr>
        <p:grpSpPr>
          <a:xfrm>
            <a:off x="3426729" y="3919257"/>
            <a:ext cx="1582660" cy="1657369"/>
            <a:chOff x="3338590" y="3890501"/>
            <a:chExt cx="1863467" cy="187080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E60C7CB-FE79-583D-8A3E-632974177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38590" y="3890501"/>
              <a:ext cx="1863467" cy="1870803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FD5938-AA28-1E5F-ABCC-3839B270E310}"/>
                </a:ext>
              </a:extLst>
            </p:cNvPr>
            <p:cNvCxnSpPr>
              <a:cxnSpLocks/>
            </p:cNvCxnSpPr>
            <p:nvPr/>
          </p:nvCxnSpPr>
          <p:spPr>
            <a:xfrm>
              <a:off x="4120092" y="5174279"/>
              <a:ext cx="71420" cy="243753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2CA237-16FA-2B68-A334-5CB84F00FF6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Gap &amp; flush measuring  and comparison with Bench marking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A3D7CD56-0850-998E-9179-868182B9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50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BCDFA-1F5F-1E68-219F-F818DCE88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549582"/>
              </p:ext>
            </p:extLst>
          </p:nvPr>
        </p:nvGraphicFramePr>
        <p:xfrm>
          <a:off x="269358" y="895058"/>
          <a:ext cx="11653283" cy="510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318">
                  <a:extLst>
                    <a:ext uri="{9D8B030D-6E8A-4147-A177-3AD203B41FA5}">
                      <a16:colId xmlns:a16="http://schemas.microsoft.com/office/drawing/2014/main" val="694212530"/>
                    </a:ext>
                  </a:extLst>
                </a:gridCol>
                <a:gridCol w="1976086">
                  <a:extLst>
                    <a:ext uri="{9D8B030D-6E8A-4147-A177-3AD203B41FA5}">
                      <a16:colId xmlns:a16="http://schemas.microsoft.com/office/drawing/2014/main" val="3898236928"/>
                    </a:ext>
                  </a:extLst>
                </a:gridCol>
                <a:gridCol w="2554089">
                  <a:extLst>
                    <a:ext uri="{9D8B030D-6E8A-4147-A177-3AD203B41FA5}">
                      <a16:colId xmlns:a16="http://schemas.microsoft.com/office/drawing/2014/main" val="3461297350"/>
                    </a:ext>
                  </a:extLst>
                </a:gridCol>
                <a:gridCol w="2491746">
                  <a:extLst>
                    <a:ext uri="{9D8B030D-6E8A-4147-A177-3AD203B41FA5}">
                      <a16:colId xmlns:a16="http://schemas.microsoft.com/office/drawing/2014/main" val="2709565841"/>
                    </a:ext>
                  </a:extLst>
                </a:gridCol>
                <a:gridCol w="1913424">
                  <a:extLst>
                    <a:ext uri="{9D8B030D-6E8A-4147-A177-3AD203B41FA5}">
                      <a16:colId xmlns:a16="http://schemas.microsoft.com/office/drawing/2014/main" val="265670932"/>
                    </a:ext>
                  </a:extLst>
                </a:gridCol>
                <a:gridCol w="1916620">
                  <a:extLst>
                    <a:ext uri="{9D8B030D-6E8A-4147-A177-3AD203B41FA5}">
                      <a16:colId xmlns:a16="http://schemas.microsoft.com/office/drawing/2014/main" val="2075550246"/>
                    </a:ext>
                  </a:extLst>
                </a:gridCol>
              </a:tblGrid>
              <a:tr h="6009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DTS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DTS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VFe34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Benchmarking BYD seal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PQ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Long term/Short 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76043"/>
                  </a:ext>
                </a:extLst>
              </a:tr>
              <a:tr h="1681611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VFe34 Uncompetitive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Although Gap is in spec but it’s not good at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aesthetics</a:t>
                      </a:r>
                      <a:endParaRPr lang="en-US" sz="1200" dirty="0"/>
                    </a:p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sng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Long-term</a:t>
                      </a:r>
                      <a:b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Change design concept on freshening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014492"/>
                  </a:ext>
                </a:extLst>
              </a:tr>
              <a:tr h="50209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GAP: 5.0 ~ 7.0 ±1.5</a:t>
                      </a:r>
                    </a:p>
                    <a:p>
                      <a:r>
                        <a:rPr lang="en-US" sz="1000"/>
                        <a:t>FLUSH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6.5 mm // Max 7.5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2.0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35087"/>
                  </a:ext>
                </a:extLst>
              </a:tr>
              <a:tr h="1847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rgbClr val="00B050"/>
                          </a:solidFill>
                          <a:latin typeface="+mn-lt"/>
                        </a:rPr>
                        <a:t>VFe34 competitive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Gap &amp; Flush is in spec.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0045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6.0±2.0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2.0±2.0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 Min 5 mm // Max 5.5 mm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1.5 mm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GAP: 8.5 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FLUSH: 2.5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16785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E4CEBDDB-7BC8-9C10-FB09-7E75B8E45283}"/>
              </a:ext>
            </a:extLst>
          </p:cNvPr>
          <p:cNvGrpSpPr/>
          <p:nvPr/>
        </p:nvGrpSpPr>
        <p:grpSpPr>
          <a:xfrm>
            <a:off x="3781008" y="1572677"/>
            <a:ext cx="1006264" cy="1468962"/>
            <a:chOff x="3568676" y="1289536"/>
            <a:chExt cx="1138717" cy="1662319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D609A97C-E5D6-4652-F237-53AA9B3371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93" t="32603" r="66376" b="34048"/>
            <a:stretch/>
          </p:blipFill>
          <p:spPr bwMode="auto">
            <a:xfrm>
              <a:off x="3568676" y="1289536"/>
              <a:ext cx="1138717" cy="1662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E26849-D491-BA96-A8BB-1D0C25F71B16}"/>
                </a:ext>
              </a:extLst>
            </p:cNvPr>
            <p:cNvCxnSpPr>
              <a:cxnSpLocks/>
            </p:cNvCxnSpPr>
            <p:nvPr/>
          </p:nvCxnSpPr>
          <p:spPr>
            <a:xfrm>
              <a:off x="3784018" y="2003127"/>
              <a:ext cx="430684" cy="216987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041DD74-40CC-F1EC-891C-AB300ECE18C5}"/>
              </a:ext>
            </a:extLst>
          </p:cNvPr>
          <p:cNvGrpSpPr/>
          <p:nvPr/>
        </p:nvGrpSpPr>
        <p:grpSpPr>
          <a:xfrm>
            <a:off x="6002383" y="1590345"/>
            <a:ext cx="1417882" cy="1289186"/>
            <a:chOff x="5727153" y="1289536"/>
            <a:chExt cx="1417882" cy="128918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D097FF5-9ADD-7AD3-0DAA-4C27A858EA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2316" b="38221"/>
            <a:stretch/>
          </p:blipFill>
          <p:spPr>
            <a:xfrm>
              <a:off x="5727153" y="1289536"/>
              <a:ext cx="1417882" cy="1289186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63A1DC-BB16-80AE-4D0E-E04C57EA82FA}"/>
                </a:ext>
              </a:extLst>
            </p:cNvPr>
            <p:cNvCxnSpPr>
              <a:cxnSpLocks/>
            </p:cNvCxnSpPr>
            <p:nvPr/>
          </p:nvCxnSpPr>
          <p:spPr>
            <a:xfrm>
              <a:off x="6202105" y="1768178"/>
              <a:ext cx="233989" cy="108493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3054247-C442-873C-93A4-6B63A086D668}"/>
              </a:ext>
            </a:extLst>
          </p:cNvPr>
          <p:cNvGrpSpPr/>
          <p:nvPr/>
        </p:nvGrpSpPr>
        <p:grpSpPr>
          <a:xfrm>
            <a:off x="3572679" y="3796296"/>
            <a:ext cx="1328743" cy="1628075"/>
            <a:chOff x="3395980" y="3837083"/>
            <a:chExt cx="1733792" cy="212437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B72BA16-1381-C9C1-104D-ADF94FBEB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5980" y="3837083"/>
              <a:ext cx="1733792" cy="2124371"/>
            </a:xfrm>
            <a:prstGeom prst="rect">
              <a:avLst/>
            </a:prstGeom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0C55F03-025E-93B5-A72D-245E46DAB23B}"/>
                </a:ext>
              </a:extLst>
            </p:cNvPr>
            <p:cNvCxnSpPr>
              <a:cxnSpLocks/>
            </p:cNvCxnSpPr>
            <p:nvPr/>
          </p:nvCxnSpPr>
          <p:spPr>
            <a:xfrm>
              <a:off x="4124202" y="4854935"/>
              <a:ext cx="277674" cy="27934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AD3028F5-8A5F-173E-C7ED-61EBEACC9B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465" y="3796296"/>
            <a:ext cx="1445951" cy="162807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7385B99-6C04-89BC-0949-DEB0E0FAA2BA}"/>
              </a:ext>
            </a:extLst>
          </p:cNvPr>
          <p:cNvGrpSpPr/>
          <p:nvPr/>
        </p:nvGrpSpPr>
        <p:grpSpPr>
          <a:xfrm>
            <a:off x="6034133" y="3897896"/>
            <a:ext cx="1573211" cy="1526475"/>
            <a:chOff x="5653089" y="3902775"/>
            <a:chExt cx="2357496" cy="202587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C7BC8FF-DF80-66B2-20A0-25BA0B4C7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53089" y="3902775"/>
              <a:ext cx="2357496" cy="2025879"/>
            </a:xfrm>
            <a:prstGeom prst="rect">
              <a:avLst/>
            </a:prstGeom>
          </p:spPr>
        </p:pic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52DFDA-7C4C-498B-332A-9AC8F97BC6C8}"/>
                </a:ext>
              </a:extLst>
            </p:cNvPr>
            <p:cNvCxnSpPr>
              <a:cxnSpLocks/>
            </p:cNvCxnSpPr>
            <p:nvPr/>
          </p:nvCxnSpPr>
          <p:spPr>
            <a:xfrm>
              <a:off x="7260164" y="5026768"/>
              <a:ext cx="277674" cy="120330"/>
            </a:xfrm>
            <a:prstGeom prst="line">
              <a:avLst/>
            </a:prstGeom>
            <a:ln>
              <a:solidFill>
                <a:srgbClr val="FFFF00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4586FE-21B9-BDED-8243-EC4B6A726E0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Gap &amp; flush measuring  and comparison with Bench marking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25A6639-7A71-AF59-3FC5-01E72AEB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1438" y="6507162"/>
            <a:ext cx="2743200" cy="365125"/>
          </a:xfrm>
        </p:spPr>
        <p:txBody>
          <a:bodyPr/>
          <a:lstStyle/>
          <a:p>
            <a:fld id="{C52288BF-1489-44E0-9569-5992D45054BE}" type="slidenum">
              <a:rPr lang="en-US" smtClean="0"/>
              <a:t>24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FAFA054-4D5E-6FAA-CFC5-65283FAB4A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0007" y="1572677"/>
            <a:ext cx="1073372" cy="151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81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264a1e-08fd-408d-bf45-81c5b4fe1ec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6B404F4CD894AB59E9485E90A94C9" ma:contentTypeVersion="15" ma:contentTypeDescription="Create a new document." ma:contentTypeScope="" ma:versionID="ed1565e2639ed4b31592fedcbfd48b4d">
  <xsd:schema xmlns:xsd="http://www.w3.org/2001/XMLSchema" xmlns:xs="http://www.w3.org/2001/XMLSchema" xmlns:p="http://schemas.microsoft.com/office/2006/metadata/properties" xmlns:ns2="ad264a1e-08fd-408d-bf45-81c5b4fe1ec1" xmlns:ns3="473fc93e-babb-4dbc-a814-5579cca8a8b3" targetNamespace="http://schemas.microsoft.com/office/2006/metadata/properties" ma:root="true" ma:fieldsID="4feef6c4a2f580ad24de6035379ee068" ns2:_="" ns3:_="">
    <xsd:import namespace="ad264a1e-08fd-408d-bf45-81c5b4fe1ec1"/>
    <xsd:import namespace="473fc93e-babb-4dbc-a814-5579cca8a8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64a1e-08fd-408d-bf45-81c5b4fe1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39c6995-f766-4945-9983-687bd46322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fc93e-babb-4dbc-a814-5579cca8a8b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C81998-BEFC-4DCE-A62E-79D1F884CC99}">
  <ds:schemaRefs>
    <ds:schemaRef ds:uri="814e9a97-0ee5-45cd-a7db-f29662577b11"/>
    <ds:schemaRef ds:uri="83ded41d-9bfa-4b36-b79b-d014874d67a8"/>
    <ds:schemaRef ds:uri="971c4bab-6065-464c-9c53-d9fa91588e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F6427C5-D874-40CC-A726-AD25F976E64C}"/>
</file>

<file path=customXml/itemProps3.xml><?xml version="1.0" encoding="utf-8"?>
<ds:datastoreItem xmlns:ds="http://schemas.openxmlformats.org/officeDocument/2006/customXml" ds:itemID="{7F94FFB2-B0EE-491D-BBBA-F81D7B1F14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2835</Words>
  <Application>Microsoft Office PowerPoint</Application>
  <PresentationFormat>Widescreen</PresentationFormat>
  <Paragraphs>875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 Jae Woong (VF-VPTXVF3-CTXVF3)</dc:creator>
  <cp:lastModifiedBy>Lại Sỹ Quý (VF-KKSCL-ĐGCLTX)</cp:lastModifiedBy>
  <cp:revision>6</cp:revision>
  <dcterms:created xsi:type="dcterms:W3CDTF">2024-08-20T04:53:09Z</dcterms:created>
  <dcterms:modified xsi:type="dcterms:W3CDTF">2026-05-23T03:27:31Z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0x0101008EF6B404F4CD894AB59E9485E90A94C9</vt:lpwstr>
  </property>
  <property fmtid="{D5CDD505-2E9C-101B-9397-08002B2CF9AE}" pid="3" name="MediaServiceImageTags">
    <vt:lpwstr/>
  </property>
</Properties>
</file>